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66" r:id="rId1"/>
  </p:sldMasterIdLst>
  <p:notesMasterIdLst>
    <p:notesMasterId r:id="rId6"/>
  </p:notesMasterIdLst>
  <p:handoutMasterIdLst>
    <p:handoutMasterId r:id="rId7"/>
  </p:handoutMasterIdLst>
  <p:sldIdLst>
    <p:sldId id="258" r:id="rId2"/>
    <p:sldId id="692" r:id="rId3"/>
    <p:sldId id="688" r:id="rId4"/>
    <p:sldId id="689" r:id="rId5"/>
  </p:sldIdLst>
  <p:sldSz cx="9906000" cy="6858000" type="A4"/>
  <p:notesSz cx="6662738" cy="9906000"/>
  <p:custDataLst>
    <p:tags r:id="rId8"/>
  </p:custDataLst>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CDE7FF"/>
    <a:srgbClr val="85C5FF"/>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1" autoAdjust="0"/>
    <p:restoredTop sz="84885" autoAdjust="0"/>
  </p:normalViewPr>
  <p:slideViewPr>
    <p:cSldViewPr snapToGrid="0" snapToObjects="1">
      <p:cViewPr>
        <p:scale>
          <a:sx n="90" d="100"/>
          <a:sy n="90" d="100"/>
        </p:scale>
        <p:origin x="835" y="-370"/>
      </p:cViewPr>
      <p:guideLst>
        <p:guide orient="horz" pos="2160"/>
        <p:guide pos="3120"/>
      </p:guideLst>
    </p:cSldViewPr>
  </p:slideViewPr>
  <p:notesTextViewPr>
    <p:cViewPr>
      <p:scale>
        <a:sx n="3" d="2"/>
        <a:sy n="3" d="2"/>
      </p:scale>
      <p:origin x="0" y="-106"/>
    </p:cViewPr>
  </p:notesTextViewPr>
  <p:sorterViewPr>
    <p:cViewPr varScale="1">
      <p:scale>
        <a:sx n="1" d="1"/>
        <a:sy n="1" d="1"/>
      </p:scale>
      <p:origin x="0" y="0"/>
    </p:cViewPr>
  </p:sorterViewPr>
  <p:notesViewPr>
    <p:cSldViewPr snapToGrid="0" snapToObjects="1">
      <p:cViewPr varScale="1">
        <p:scale>
          <a:sx n="82" d="100"/>
          <a:sy n="82" d="100"/>
        </p:scale>
        <p:origin x="3280" y="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D27B4D-23EB-403B-AE63-4CCACA483867}"/>
              </a:ext>
            </a:extLst>
          </p:cNvPr>
          <p:cNvSpPr>
            <a:spLocks noGrp="1" noChangeArrowheads="1"/>
          </p:cNvSpPr>
          <p:nvPr>
            <p:ph type="hdr" sz="quarter"/>
          </p:nvPr>
        </p:nvSpPr>
        <p:spPr bwMode="auto">
          <a:xfrm>
            <a:off x="0" y="0"/>
            <a:ext cx="2887663" cy="495300"/>
          </a:xfrm>
          <a:prstGeom prst="rect">
            <a:avLst/>
          </a:prstGeom>
          <a:noFill/>
          <a:ln>
            <a:noFill/>
          </a:ln>
          <a:effectLst/>
        </p:spPr>
        <p:txBody>
          <a:bodyPr vert="horz" wrap="square" lIns="91043" tIns="45522" rIns="91043" bIns="45522" numCol="1" anchor="t" anchorCtr="0" compatLnSpc="1">
            <a:prstTxWarp prst="textNoShape">
              <a:avLst/>
            </a:prstTxWarp>
          </a:bodyPr>
          <a:lstStyle>
            <a:lvl1pPr defTabSz="911225" eaLnBrk="1" hangingPunct="1">
              <a:defRPr sz="1200" b="1"/>
            </a:lvl1pPr>
          </a:lstStyle>
          <a:p>
            <a:pPr>
              <a:defRPr/>
            </a:pPr>
            <a:endParaRPr lang="en-GB" altLang="de-DE"/>
          </a:p>
        </p:txBody>
      </p:sp>
      <p:sp>
        <p:nvSpPr>
          <p:cNvPr id="10243" name="Rectangle 3">
            <a:extLst>
              <a:ext uri="{FF2B5EF4-FFF2-40B4-BE49-F238E27FC236}">
                <a16:creationId xmlns:a16="http://schemas.microsoft.com/office/drawing/2014/main" id="{0345B4DF-7B00-4AEF-8BCB-3FAF8D0810D9}"/>
              </a:ext>
            </a:extLst>
          </p:cNvPr>
          <p:cNvSpPr>
            <a:spLocks noGrp="1" noChangeArrowheads="1"/>
          </p:cNvSpPr>
          <p:nvPr>
            <p:ph type="dt" sz="quarter" idx="1"/>
          </p:nvPr>
        </p:nvSpPr>
        <p:spPr bwMode="auto">
          <a:xfrm>
            <a:off x="3775075" y="0"/>
            <a:ext cx="2887663" cy="495300"/>
          </a:xfrm>
          <a:prstGeom prst="rect">
            <a:avLst/>
          </a:prstGeom>
          <a:noFill/>
          <a:ln>
            <a:noFill/>
          </a:ln>
          <a:effectLst/>
        </p:spPr>
        <p:txBody>
          <a:bodyPr vert="horz" wrap="square" lIns="91043" tIns="45522" rIns="91043" bIns="45522" numCol="1" anchor="t" anchorCtr="0" compatLnSpc="1">
            <a:prstTxWarp prst="textNoShape">
              <a:avLst/>
            </a:prstTxWarp>
          </a:bodyPr>
          <a:lstStyle>
            <a:lvl1pPr algn="r" defTabSz="911225" eaLnBrk="1" hangingPunct="1">
              <a:defRPr sz="1200" b="1"/>
            </a:lvl1pPr>
          </a:lstStyle>
          <a:p>
            <a:pPr>
              <a:defRPr/>
            </a:pPr>
            <a:endParaRPr lang="en-GB" altLang="de-DE"/>
          </a:p>
        </p:txBody>
      </p:sp>
      <p:sp>
        <p:nvSpPr>
          <p:cNvPr id="10244" name="Rectangle 4">
            <a:extLst>
              <a:ext uri="{FF2B5EF4-FFF2-40B4-BE49-F238E27FC236}">
                <a16:creationId xmlns:a16="http://schemas.microsoft.com/office/drawing/2014/main" id="{7849CC8B-5A63-4941-86AE-D236D8F0373B}"/>
              </a:ext>
            </a:extLst>
          </p:cNvPr>
          <p:cNvSpPr>
            <a:spLocks noGrp="1" noChangeArrowheads="1"/>
          </p:cNvSpPr>
          <p:nvPr>
            <p:ph type="ftr" sz="quarter" idx="2"/>
          </p:nvPr>
        </p:nvSpPr>
        <p:spPr bwMode="auto">
          <a:xfrm>
            <a:off x="0" y="9410700"/>
            <a:ext cx="2887663" cy="495300"/>
          </a:xfrm>
          <a:prstGeom prst="rect">
            <a:avLst/>
          </a:prstGeom>
          <a:noFill/>
          <a:ln>
            <a:noFill/>
          </a:ln>
          <a:effectLst/>
        </p:spPr>
        <p:txBody>
          <a:bodyPr vert="horz" wrap="square" lIns="91043" tIns="45522" rIns="91043" bIns="45522" numCol="1" anchor="b" anchorCtr="0" compatLnSpc="1">
            <a:prstTxWarp prst="textNoShape">
              <a:avLst/>
            </a:prstTxWarp>
          </a:bodyPr>
          <a:lstStyle>
            <a:lvl1pPr defTabSz="911225" eaLnBrk="1" hangingPunct="1">
              <a:defRPr sz="1200" b="1"/>
            </a:lvl1pPr>
          </a:lstStyle>
          <a:p>
            <a:pPr>
              <a:defRPr/>
            </a:pPr>
            <a:endParaRPr lang="en-GB" altLang="de-DE"/>
          </a:p>
        </p:txBody>
      </p:sp>
      <p:sp>
        <p:nvSpPr>
          <p:cNvPr id="10245" name="Rectangle 5">
            <a:extLst>
              <a:ext uri="{FF2B5EF4-FFF2-40B4-BE49-F238E27FC236}">
                <a16:creationId xmlns:a16="http://schemas.microsoft.com/office/drawing/2014/main" id="{005A2AC8-FD58-45C6-A179-AA6A1F72AB76}"/>
              </a:ext>
            </a:extLst>
          </p:cNvPr>
          <p:cNvSpPr>
            <a:spLocks noGrp="1" noChangeArrowheads="1"/>
          </p:cNvSpPr>
          <p:nvPr>
            <p:ph type="sldNum" sz="quarter" idx="3"/>
          </p:nvPr>
        </p:nvSpPr>
        <p:spPr bwMode="auto">
          <a:xfrm>
            <a:off x="3775075" y="9410700"/>
            <a:ext cx="2887663" cy="495300"/>
          </a:xfrm>
          <a:prstGeom prst="rect">
            <a:avLst/>
          </a:prstGeom>
          <a:noFill/>
          <a:ln>
            <a:noFill/>
          </a:ln>
          <a:effectLst/>
        </p:spPr>
        <p:txBody>
          <a:bodyPr vert="horz" wrap="square" lIns="91043" tIns="45522" rIns="91043" bIns="45522" numCol="1" anchor="b" anchorCtr="0" compatLnSpc="1">
            <a:prstTxWarp prst="textNoShape">
              <a:avLst/>
            </a:prstTxWarp>
          </a:bodyPr>
          <a:lstStyle>
            <a:lvl1pPr algn="r" defTabSz="911225" eaLnBrk="1" hangingPunct="1">
              <a:defRPr sz="1200" b="1"/>
            </a:lvl1pPr>
          </a:lstStyle>
          <a:p>
            <a:pPr>
              <a:defRPr/>
            </a:pPr>
            <a:fld id="{345FA1C9-A2B8-4FCF-B48D-D5BFD9447469}" type="slidenum">
              <a:rPr lang="en-GB" altLang="de-DE"/>
              <a:pPr>
                <a:defRPr/>
              </a:pPr>
              <a:t>‹#›</a:t>
            </a:fld>
            <a:endParaRPr lang="en-GB" alt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120F657-02E2-45D4-8DEC-A06AA034460F}"/>
              </a:ext>
            </a:extLst>
          </p:cNvPr>
          <p:cNvSpPr>
            <a:spLocks noGrp="1" noChangeArrowheads="1"/>
          </p:cNvSpPr>
          <p:nvPr>
            <p:ph type="hdr" sz="quarter"/>
          </p:nvPr>
        </p:nvSpPr>
        <p:spPr bwMode="auto">
          <a:xfrm>
            <a:off x="0" y="0"/>
            <a:ext cx="2906713" cy="487363"/>
          </a:xfrm>
          <a:prstGeom prst="rect">
            <a:avLst/>
          </a:prstGeom>
          <a:noFill/>
          <a:ln>
            <a:noFill/>
          </a:ln>
          <a:effectLst/>
        </p:spPr>
        <p:txBody>
          <a:bodyPr vert="horz" wrap="square" lIns="89556" tIns="44778" rIns="89556" bIns="44778" numCol="1" anchor="t" anchorCtr="0" compatLnSpc="1">
            <a:prstTxWarp prst="textNoShape">
              <a:avLst/>
            </a:prstTxWarp>
          </a:bodyPr>
          <a:lstStyle>
            <a:lvl1pPr defTabSz="895350" eaLnBrk="1" hangingPunct="1">
              <a:defRPr sz="1200" b="1"/>
            </a:lvl1pPr>
          </a:lstStyle>
          <a:p>
            <a:pPr>
              <a:defRPr/>
            </a:pPr>
            <a:endParaRPr lang="de-DE" altLang="de-DE"/>
          </a:p>
        </p:txBody>
      </p:sp>
      <p:sp>
        <p:nvSpPr>
          <p:cNvPr id="11267" name="Rectangle 3">
            <a:extLst>
              <a:ext uri="{FF2B5EF4-FFF2-40B4-BE49-F238E27FC236}">
                <a16:creationId xmlns:a16="http://schemas.microsoft.com/office/drawing/2014/main" id="{F7D6041D-A447-48AF-BCF0-7A6FF188A5E1}"/>
              </a:ext>
            </a:extLst>
          </p:cNvPr>
          <p:cNvSpPr>
            <a:spLocks noGrp="1" noChangeArrowheads="1"/>
          </p:cNvSpPr>
          <p:nvPr>
            <p:ph type="dt" idx="1"/>
          </p:nvPr>
        </p:nvSpPr>
        <p:spPr bwMode="auto">
          <a:xfrm>
            <a:off x="3779838" y="0"/>
            <a:ext cx="2906712" cy="487363"/>
          </a:xfrm>
          <a:prstGeom prst="rect">
            <a:avLst/>
          </a:prstGeom>
          <a:noFill/>
          <a:ln>
            <a:noFill/>
          </a:ln>
          <a:effectLst/>
        </p:spPr>
        <p:txBody>
          <a:bodyPr vert="horz" wrap="square" lIns="89556" tIns="44778" rIns="89556" bIns="44778" numCol="1" anchor="t" anchorCtr="0" compatLnSpc="1">
            <a:prstTxWarp prst="textNoShape">
              <a:avLst/>
            </a:prstTxWarp>
          </a:bodyPr>
          <a:lstStyle>
            <a:lvl1pPr algn="r" defTabSz="895350" eaLnBrk="1" hangingPunct="1">
              <a:defRPr sz="1200" b="1"/>
            </a:lvl1pPr>
          </a:lstStyle>
          <a:p>
            <a:pPr>
              <a:defRPr/>
            </a:pPr>
            <a:endParaRPr lang="de-DE" altLang="de-DE"/>
          </a:p>
        </p:txBody>
      </p:sp>
      <p:sp>
        <p:nvSpPr>
          <p:cNvPr id="6148" name="Rectangle 4">
            <a:extLst>
              <a:ext uri="{FF2B5EF4-FFF2-40B4-BE49-F238E27FC236}">
                <a16:creationId xmlns:a16="http://schemas.microsoft.com/office/drawing/2014/main" id="{E26031FD-84E6-41FF-950F-E1CC62354697}"/>
              </a:ext>
            </a:extLst>
          </p:cNvPr>
          <p:cNvSpPr>
            <a:spLocks noGrp="1" noRot="1" noChangeAspect="1" noChangeArrowheads="1" noTextEdit="1"/>
          </p:cNvSpPr>
          <p:nvPr>
            <p:ph type="sldImg" idx="2"/>
          </p:nvPr>
        </p:nvSpPr>
        <p:spPr bwMode="auto">
          <a:xfrm>
            <a:off x="608013" y="731838"/>
            <a:ext cx="5400675" cy="3740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a:extLst>
              <a:ext uri="{FF2B5EF4-FFF2-40B4-BE49-F238E27FC236}">
                <a16:creationId xmlns:a16="http://schemas.microsoft.com/office/drawing/2014/main" id="{1ACBF1B8-9B49-49EC-A17F-22C8B485D56B}"/>
              </a:ext>
            </a:extLst>
          </p:cNvPr>
          <p:cNvSpPr>
            <a:spLocks noGrp="1" noChangeArrowheads="1"/>
          </p:cNvSpPr>
          <p:nvPr>
            <p:ph type="body" sz="quarter" idx="3"/>
          </p:nvPr>
        </p:nvSpPr>
        <p:spPr bwMode="auto">
          <a:xfrm>
            <a:off x="873125" y="4716463"/>
            <a:ext cx="4868863" cy="4471987"/>
          </a:xfrm>
          <a:prstGeom prst="rect">
            <a:avLst/>
          </a:prstGeom>
          <a:noFill/>
          <a:ln>
            <a:noFill/>
          </a:ln>
          <a:effectLst/>
        </p:spPr>
        <p:txBody>
          <a:bodyPr vert="horz" wrap="square" lIns="89556" tIns="44778" rIns="89556" bIns="44778" numCol="1" anchor="t" anchorCtr="0" compatLnSpc="1">
            <a:prstTxWarp prst="textNoShape">
              <a:avLst/>
            </a:prstTxWarp>
          </a:bodyPr>
          <a:lstStyle/>
          <a:p>
            <a:pPr lvl="0"/>
            <a:r>
              <a:rPr lang="de-DE" altLang="de-DE" noProof="0"/>
              <a:t>Click to edit Master text styles</a:t>
            </a:r>
          </a:p>
          <a:p>
            <a:pPr lvl="1"/>
            <a:r>
              <a:rPr lang="de-DE" altLang="de-DE" noProof="0"/>
              <a:t>Second level</a:t>
            </a:r>
          </a:p>
          <a:p>
            <a:pPr lvl="2"/>
            <a:r>
              <a:rPr lang="de-DE" altLang="de-DE" noProof="0"/>
              <a:t>Third level</a:t>
            </a:r>
          </a:p>
          <a:p>
            <a:pPr lvl="3"/>
            <a:r>
              <a:rPr lang="de-DE" altLang="de-DE" noProof="0"/>
              <a:t>Fourth level</a:t>
            </a:r>
          </a:p>
          <a:p>
            <a:pPr lvl="4"/>
            <a:r>
              <a:rPr lang="de-DE" altLang="de-DE" noProof="0"/>
              <a:t>Fifth level</a:t>
            </a:r>
          </a:p>
        </p:txBody>
      </p:sp>
      <p:sp>
        <p:nvSpPr>
          <p:cNvPr id="11270" name="Rectangle 6">
            <a:extLst>
              <a:ext uri="{FF2B5EF4-FFF2-40B4-BE49-F238E27FC236}">
                <a16:creationId xmlns:a16="http://schemas.microsoft.com/office/drawing/2014/main" id="{2BF497D8-7E45-45A5-8410-431FCDA6ECFC}"/>
              </a:ext>
            </a:extLst>
          </p:cNvPr>
          <p:cNvSpPr>
            <a:spLocks noGrp="1" noChangeArrowheads="1"/>
          </p:cNvSpPr>
          <p:nvPr>
            <p:ph type="ftr" sz="quarter" idx="4"/>
          </p:nvPr>
        </p:nvSpPr>
        <p:spPr bwMode="auto">
          <a:xfrm>
            <a:off x="0" y="9431338"/>
            <a:ext cx="2906713" cy="488950"/>
          </a:xfrm>
          <a:prstGeom prst="rect">
            <a:avLst/>
          </a:prstGeom>
          <a:noFill/>
          <a:ln>
            <a:noFill/>
          </a:ln>
          <a:effectLst/>
        </p:spPr>
        <p:txBody>
          <a:bodyPr vert="horz" wrap="square" lIns="89556" tIns="44778" rIns="89556" bIns="44778" numCol="1" anchor="b" anchorCtr="0" compatLnSpc="1">
            <a:prstTxWarp prst="textNoShape">
              <a:avLst/>
            </a:prstTxWarp>
          </a:bodyPr>
          <a:lstStyle>
            <a:lvl1pPr defTabSz="895350" eaLnBrk="1" hangingPunct="1">
              <a:defRPr sz="1200" b="1"/>
            </a:lvl1pPr>
          </a:lstStyle>
          <a:p>
            <a:pPr>
              <a:defRPr/>
            </a:pPr>
            <a:endParaRPr lang="de-DE" altLang="de-DE"/>
          </a:p>
        </p:txBody>
      </p:sp>
      <p:sp>
        <p:nvSpPr>
          <p:cNvPr id="11271" name="Rectangle 7">
            <a:extLst>
              <a:ext uri="{FF2B5EF4-FFF2-40B4-BE49-F238E27FC236}">
                <a16:creationId xmlns:a16="http://schemas.microsoft.com/office/drawing/2014/main" id="{D3E5C052-AAB0-4CA5-B57A-2D89A3186A15}"/>
              </a:ext>
            </a:extLst>
          </p:cNvPr>
          <p:cNvSpPr>
            <a:spLocks noGrp="1" noChangeArrowheads="1"/>
          </p:cNvSpPr>
          <p:nvPr>
            <p:ph type="sldNum" sz="quarter" idx="5"/>
          </p:nvPr>
        </p:nvSpPr>
        <p:spPr bwMode="auto">
          <a:xfrm>
            <a:off x="3779838" y="9431338"/>
            <a:ext cx="2906712" cy="488950"/>
          </a:xfrm>
          <a:prstGeom prst="rect">
            <a:avLst/>
          </a:prstGeom>
          <a:noFill/>
          <a:ln>
            <a:noFill/>
          </a:ln>
          <a:effectLst/>
        </p:spPr>
        <p:txBody>
          <a:bodyPr vert="horz" wrap="square" lIns="89556" tIns="44778" rIns="89556" bIns="44778" numCol="1" anchor="b" anchorCtr="0" compatLnSpc="1">
            <a:prstTxWarp prst="textNoShape">
              <a:avLst/>
            </a:prstTxWarp>
          </a:bodyPr>
          <a:lstStyle>
            <a:lvl1pPr algn="r" defTabSz="895350" eaLnBrk="1" hangingPunct="1">
              <a:defRPr sz="1200" b="1"/>
            </a:lvl1pPr>
          </a:lstStyle>
          <a:p>
            <a:pPr>
              <a:defRPr/>
            </a:pPr>
            <a:fld id="{63BA8029-CB19-456E-9199-59171F7DC6A6}" type="slidenum">
              <a:rPr lang="de-DE" altLang="de-DE"/>
              <a:pPr>
                <a:defRPr/>
              </a:pPr>
              <a:t>‹#›</a:t>
            </a:fld>
            <a:endParaRPr lang="de-DE" alt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B2A8D3AA-909D-43C3-B301-4DF7318AB40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895350">
              <a:defRPr>
                <a:solidFill>
                  <a:schemeClr val="tx1"/>
                </a:solidFill>
                <a:latin typeface="Arial" panose="020B0604020202020204" pitchFamily="34" charset="0"/>
                <a:cs typeface="Arial" panose="020B0604020202020204" pitchFamily="34" charset="0"/>
              </a:defRPr>
            </a:lvl1pPr>
            <a:lvl2pPr marL="742950" indent="-285750" defTabSz="895350">
              <a:defRPr>
                <a:solidFill>
                  <a:schemeClr val="tx1"/>
                </a:solidFill>
                <a:latin typeface="Arial" panose="020B0604020202020204" pitchFamily="34" charset="0"/>
                <a:cs typeface="Arial" panose="020B0604020202020204" pitchFamily="34" charset="0"/>
              </a:defRPr>
            </a:lvl2pPr>
            <a:lvl3pPr marL="1143000" indent="-228600" defTabSz="895350">
              <a:defRPr>
                <a:solidFill>
                  <a:schemeClr val="tx1"/>
                </a:solidFill>
                <a:latin typeface="Arial" panose="020B0604020202020204" pitchFamily="34" charset="0"/>
                <a:cs typeface="Arial" panose="020B0604020202020204" pitchFamily="34" charset="0"/>
              </a:defRPr>
            </a:lvl3pPr>
            <a:lvl4pPr marL="1600200" indent="-228600" defTabSz="895350">
              <a:defRPr>
                <a:solidFill>
                  <a:schemeClr val="tx1"/>
                </a:solidFill>
                <a:latin typeface="Arial" panose="020B0604020202020204" pitchFamily="34" charset="0"/>
                <a:cs typeface="Arial" panose="020B0604020202020204" pitchFamily="34" charset="0"/>
              </a:defRPr>
            </a:lvl4pPr>
            <a:lvl5pPr marL="2057400" indent="-228600" defTabSz="895350">
              <a:defRPr>
                <a:solidFill>
                  <a:schemeClr val="tx1"/>
                </a:solidFill>
                <a:latin typeface="Arial" panose="020B0604020202020204" pitchFamily="34" charset="0"/>
                <a:cs typeface="Arial" panose="020B0604020202020204" pitchFamily="34" charset="0"/>
              </a:defRPr>
            </a:lvl5pPr>
            <a:lvl6pPr marL="2514600" indent="-228600" defTabSz="8953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53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53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53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761E35E-DE87-4441-AC64-75020AE46C9F}" type="slidenum">
              <a:rPr lang="de-DE" altLang="de-DE" smtClean="0"/>
              <a:pPr/>
              <a:t>0</a:t>
            </a:fld>
            <a:endParaRPr lang="de-DE" altLang="de-DE"/>
          </a:p>
        </p:txBody>
      </p:sp>
      <p:sp>
        <p:nvSpPr>
          <p:cNvPr id="9219" name="Rectangle 2">
            <a:extLst>
              <a:ext uri="{FF2B5EF4-FFF2-40B4-BE49-F238E27FC236}">
                <a16:creationId xmlns:a16="http://schemas.microsoft.com/office/drawing/2014/main" id="{0C27A303-DCBB-4038-8093-5EDBFC986C1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DD9819F3-29A9-48B2-B76C-F7094B8B6E1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hu-HU" alt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b="0" i="0" kern="1200" dirty="0">
                <a:solidFill>
                  <a:schemeClr val="tx1"/>
                </a:solidFill>
                <a:effectLst/>
                <a:latin typeface="Arial" panose="020B0604020202020204" pitchFamily="34" charset="0"/>
                <a:ea typeface="+mn-ea"/>
                <a:cs typeface="Arial" panose="020B0604020202020204" pitchFamily="34" charset="0"/>
              </a:rPr>
              <a:t>My research aims to extract chemical kinetics from complex ultrafast spectroscopy data, specifically looking at the Kinetic Isotope Effect in Cibalackrot. The problem? Standard analysis tools force us to </a:t>
            </a:r>
            <a:r>
              <a:rPr lang="en-US" sz="800" b="0" i="1" kern="1200" dirty="0">
                <a:solidFill>
                  <a:schemeClr val="tx1"/>
                </a:solidFill>
                <a:effectLst/>
                <a:latin typeface="Arial" panose="020B0604020202020204" pitchFamily="34" charset="0"/>
                <a:ea typeface="+mn-ea"/>
                <a:cs typeface="Arial" panose="020B0604020202020204" pitchFamily="34" charset="0"/>
              </a:rPr>
              <a:t>guess</a:t>
            </a:r>
            <a:r>
              <a:rPr lang="en-US" sz="800" b="0" i="0" kern="1200" dirty="0">
                <a:solidFill>
                  <a:schemeClr val="tx1"/>
                </a:solidFill>
                <a:effectLst/>
                <a:latin typeface="Arial" panose="020B0604020202020204" pitchFamily="34" charset="0"/>
                <a:ea typeface="+mn-ea"/>
                <a:cs typeface="Arial" panose="020B0604020202020204" pitchFamily="34" charset="0"/>
              </a:rPr>
              <a:t> the underlying reaction pathway. When we guessed a standard sequential pathway, the math fit perfectly, but the physics was impossible—the heavier deuterated molecule appeared to react faster. This is the danger of human bias: forcing the wrong model onto the data gives you scientifically flawed lifetimes. </a:t>
            </a:r>
            <a:r>
              <a:rPr lang="en-US" sz="800" b="0" i="1" kern="1200" dirty="0">
                <a:solidFill>
                  <a:schemeClr val="tx1"/>
                </a:solidFill>
                <a:effectLst/>
                <a:latin typeface="Arial" panose="020B0604020202020204" pitchFamily="34" charset="0"/>
                <a:ea typeface="+mn-ea"/>
                <a:cs typeface="Arial" panose="020B0604020202020204" pitchFamily="34" charset="0"/>
              </a:rPr>
              <a:t>Because human bias failed us, we realized we had to stop guessing. We needed a tool that could look at the raw data and tell us the true shape of the reaction without any preconceived chemical notions. That is exactly why we turned to Deep Learning..."</a:t>
            </a:r>
            <a:endParaRPr lang="en-US" sz="800" dirty="0"/>
          </a:p>
        </p:txBody>
      </p:sp>
      <p:sp>
        <p:nvSpPr>
          <p:cNvPr id="4" name="Slide Number Placeholder 3"/>
          <p:cNvSpPr>
            <a:spLocks noGrp="1"/>
          </p:cNvSpPr>
          <p:nvPr>
            <p:ph type="sldNum" sz="quarter" idx="5"/>
          </p:nvPr>
        </p:nvSpPr>
        <p:spPr/>
        <p:txBody>
          <a:bodyPr/>
          <a:lstStyle/>
          <a:p>
            <a:pPr>
              <a:defRPr/>
            </a:pPr>
            <a:fld id="{63BA8029-CB19-456E-9199-59171F7DC6A6}" type="slidenum">
              <a:rPr lang="de-DE" altLang="de-DE" smtClean="0"/>
              <a:pPr>
                <a:defRPr/>
              </a:pPr>
              <a:t>2</a:t>
            </a:fld>
            <a:endParaRPr lang="de-DE" altLang="de-DE"/>
          </a:p>
        </p:txBody>
      </p:sp>
    </p:spTree>
    <p:extLst>
      <p:ext uri="{BB962C8B-B14F-4D97-AF65-F5344CB8AC3E}">
        <p14:creationId xmlns:p14="http://schemas.microsoft.com/office/powerpoint/2010/main" val="2910938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Arial" panose="020B0604020202020204" pitchFamily="34" charset="0"/>
                <a:ea typeface="+mn-ea"/>
                <a:cs typeface="Arial" panose="020B0604020202020204" pitchFamily="34" charset="0"/>
              </a:rPr>
              <a:t>When looking for an unbiased solution, I found the </a:t>
            </a:r>
            <a:r>
              <a:rPr lang="en-US" sz="1200" b="0" i="1" kern="1200" dirty="0" err="1">
                <a:solidFill>
                  <a:schemeClr val="tx1"/>
                </a:solidFill>
                <a:effectLst/>
                <a:latin typeface="Arial" panose="020B0604020202020204" pitchFamily="34" charset="0"/>
                <a:ea typeface="+mn-ea"/>
                <a:cs typeface="Arial" panose="020B0604020202020204" pitchFamily="34" charset="0"/>
              </a:rPr>
              <a:t>DeepSKAN</a:t>
            </a:r>
            <a:r>
              <a:rPr lang="en-US" sz="1200" b="0" i="1" kern="1200" dirty="0">
                <a:solidFill>
                  <a:schemeClr val="tx1"/>
                </a:solidFill>
                <a:effectLst/>
                <a:latin typeface="Arial" panose="020B0604020202020204" pitchFamily="34" charset="0"/>
                <a:ea typeface="+mn-ea"/>
                <a:cs typeface="Arial" panose="020B0604020202020204" pitchFamily="34" charset="0"/>
              </a:rPr>
              <a:t> paper by Philipp </a:t>
            </a:r>
            <a:r>
              <a:rPr lang="en-US" sz="1200" b="0" i="1" kern="1200" dirty="0" err="1">
                <a:solidFill>
                  <a:schemeClr val="tx1"/>
                </a:solidFill>
                <a:effectLst/>
                <a:latin typeface="Arial" panose="020B0604020202020204" pitchFamily="34" charset="0"/>
                <a:ea typeface="+mn-ea"/>
                <a:cs typeface="Arial" panose="020B0604020202020204" pitchFamily="34" charset="0"/>
              </a:rPr>
              <a:t>Kollenz</a:t>
            </a:r>
            <a:r>
              <a:rPr lang="en-US" sz="1200" b="0" i="1" kern="1200" dirty="0">
                <a:solidFill>
                  <a:schemeClr val="tx1"/>
                </a:solidFill>
                <a:effectLst/>
                <a:latin typeface="Arial" panose="020B0604020202020204" pitchFamily="34" charset="0"/>
                <a:ea typeface="+mn-ea"/>
                <a:cs typeface="Arial" panose="020B0604020202020204" pitchFamily="34" charset="0"/>
              </a:rPr>
              <a:t>. I downloaded their GitHub code, but quickly realized it struggled with the noise and resolution of my specific experiments. Since I am a experimental </a:t>
            </a:r>
            <a:r>
              <a:rPr lang="en-US" sz="1200" b="0" i="1" kern="1200" dirty="0" err="1">
                <a:solidFill>
                  <a:schemeClr val="tx1"/>
                </a:solidFill>
                <a:effectLst/>
                <a:latin typeface="Arial" panose="020B0604020202020204" pitchFamily="34" charset="0"/>
                <a:ea typeface="+mn-ea"/>
                <a:cs typeface="Arial" panose="020B0604020202020204" pitchFamily="34" charset="0"/>
              </a:rPr>
              <a:t>physiscst</a:t>
            </a:r>
            <a:r>
              <a:rPr lang="en-US" sz="1200" b="0" i="1" kern="1200" dirty="0">
                <a:solidFill>
                  <a:schemeClr val="tx1"/>
                </a:solidFill>
                <a:effectLst/>
                <a:latin typeface="Arial" panose="020B0604020202020204" pitchFamily="34" charset="0"/>
                <a:ea typeface="+mn-ea"/>
                <a:cs typeface="Arial" panose="020B0604020202020204" pitchFamily="34" charset="0"/>
              </a:rPr>
              <a:t> , not a computer scientist, I used AI to help me upgrade their code. modernized the architecture—adding adaptive pooling so it accepts any image size, and batch normalization to make it robust against experimental noise. This allowed us to successfully apply deep learning to our real-world Cibalackrot data."</a:t>
            </a:r>
            <a:endParaRPr lang="en-US" dirty="0"/>
          </a:p>
        </p:txBody>
      </p:sp>
      <p:sp>
        <p:nvSpPr>
          <p:cNvPr id="4" name="Slide Number Placeholder 3"/>
          <p:cNvSpPr>
            <a:spLocks noGrp="1"/>
          </p:cNvSpPr>
          <p:nvPr>
            <p:ph type="sldNum" sz="quarter" idx="5"/>
          </p:nvPr>
        </p:nvSpPr>
        <p:spPr/>
        <p:txBody>
          <a:bodyPr/>
          <a:lstStyle/>
          <a:p>
            <a:pPr>
              <a:defRPr/>
            </a:pPr>
            <a:fld id="{63BA8029-CB19-456E-9199-59171F7DC6A6}" type="slidenum">
              <a:rPr lang="de-DE" altLang="de-DE" smtClean="0"/>
              <a:pPr>
                <a:defRPr/>
              </a:pPr>
              <a:t>3</a:t>
            </a:fld>
            <a:endParaRPr lang="de-DE" altLang="de-DE"/>
          </a:p>
        </p:txBody>
      </p:sp>
    </p:spTree>
    <p:extLst>
      <p:ext uri="{BB962C8B-B14F-4D97-AF65-F5344CB8AC3E}">
        <p14:creationId xmlns:p14="http://schemas.microsoft.com/office/powerpoint/2010/main" val="299222741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3.xml"/><Relationship Id="rId7" Type="http://schemas.openxmlformats.org/officeDocument/2006/relationships/oleObject" Target="../embeddings/oleObject1.bin"/><Relationship Id="rId12" Type="http://schemas.openxmlformats.org/officeDocument/2006/relationships/image" Target="../media/image5.png"/><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image" Target="../media/image3.png"/><Relationship Id="rId4" Type="http://schemas.openxmlformats.org/officeDocument/2006/relationships/tags" Target="../tags/tag4.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7.xml"/><Relationship Id="rId7" Type="http://schemas.openxmlformats.org/officeDocument/2006/relationships/oleObject" Target="../embeddings/oleObject2.bin"/><Relationship Id="rId2" Type="http://schemas.openxmlformats.org/officeDocument/2006/relationships/tags" Target="../tags/tag6.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9.xml"/><Relationship Id="rId10" Type="http://schemas.openxmlformats.org/officeDocument/2006/relationships/image" Target="../media/image5.png"/><Relationship Id="rId4" Type="http://schemas.openxmlformats.org/officeDocument/2006/relationships/tags" Target="../tags/tag8.xml"/><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elfolie blau">
    <p:spTree>
      <p:nvGrpSpPr>
        <p:cNvPr id="1" name=""/>
        <p:cNvGrpSpPr/>
        <p:nvPr/>
      </p:nvGrpSpPr>
      <p:grpSpPr>
        <a:xfrm>
          <a:off x="0" y="0"/>
          <a:ext cx="0" cy="0"/>
          <a:chOff x="0" y="0"/>
          <a:chExt cx="0" cy="0"/>
        </a:xfrm>
      </p:grpSpPr>
      <p:graphicFrame>
        <p:nvGraphicFramePr>
          <p:cNvPr id="4" name="Rectangle 8" hidden="1">
            <a:extLst>
              <a:ext uri="{FF2B5EF4-FFF2-40B4-BE49-F238E27FC236}">
                <a16:creationId xmlns:a16="http://schemas.microsoft.com/office/drawing/2014/main" id="{286F8FB6-0670-4AFB-A003-50A7587FC38B}"/>
              </a:ext>
            </a:extLst>
          </p:cNvPr>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7424" r:id="rId7" imgW="0" imgH="0" progId="TCLayout.ActiveDocument.1">
                  <p:embed/>
                </p:oleObj>
              </mc:Choice>
              <mc:Fallback>
                <p:oleObj r:id="rId7" imgW="0" imgH="0" progId="TCLayout.ActiveDocument.1">
                  <p:embed/>
                  <p:pic>
                    <p:nvPicPr>
                      <p:cNvPr id="3074" name="Rectangle 8" hidden="1">
                        <a:extLst>
                          <a:ext uri="{FF2B5EF4-FFF2-40B4-BE49-F238E27FC236}">
                            <a16:creationId xmlns:a16="http://schemas.microsoft.com/office/drawing/2014/main" id="{52B4ED8D-A499-401D-8A82-F0C1DC03EC55}"/>
                          </a:ext>
                        </a:extLst>
                      </p:cNvPr>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 name="Picture 2" descr="kreiselwooosh_small_hellcyan">
            <a:extLst>
              <a:ext uri="{FF2B5EF4-FFF2-40B4-BE49-F238E27FC236}">
                <a16:creationId xmlns:a16="http://schemas.microsoft.com/office/drawing/2014/main" id="{E63BCF35-9FDE-45FF-96C1-CB2934364AB8}"/>
              </a:ext>
            </a:extLst>
          </p:cNvPr>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t="11461" r="8310" b="19771"/>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a:extLst>
              <a:ext uri="{FF2B5EF4-FFF2-40B4-BE49-F238E27FC236}">
                <a16:creationId xmlns:a16="http://schemas.microsoft.com/office/drawing/2014/main" id="{70091FB8-019C-4556-BD7D-6E518BED585F}"/>
              </a:ext>
            </a:extLst>
          </p:cNvPr>
          <p:cNvSpPr>
            <a:spLocks noChangeArrowheads="1"/>
          </p:cNvSpPr>
          <p:nvPr>
            <p:custDataLst>
              <p:tags r:id="rId4"/>
            </p:custDataLst>
          </p:nvPr>
        </p:nvSpPr>
        <p:spPr bwMode="auto">
          <a:xfrm>
            <a:off x="0" y="4797425"/>
            <a:ext cx="9906000" cy="2060575"/>
          </a:xfrm>
          <a:prstGeom prst="rect">
            <a:avLst/>
          </a:prstGeom>
          <a:solidFill>
            <a:schemeClr val="bg1">
              <a:alpha val="54901"/>
            </a:schemeClr>
          </a:solidFill>
          <a:ln>
            <a:noFill/>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de-DE" altLang="de-DE"/>
          </a:p>
        </p:txBody>
      </p:sp>
      <p:sp>
        <p:nvSpPr>
          <p:cNvPr id="7" name="AutoShape 5">
            <a:extLst>
              <a:ext uri="{FF2B5EF4-FFF2-40B4-BE49-F238E27FC236}">
                <a16:creationId xmlns:a16="http://schemas.microsoft.com/office/drawing/2014/main" id="{5D404B3F-1C70-4DE6-A5E9-B01D1B000CA1}"/>
              </a:ext>
            </a:extLst>
          </p:cNvPr>
          <p:cNvSpPr>
            <a:spLocks noChangeArrowheads="1"/>
          </p:cNvSpPr>
          <p:nvPr>
            <p:custDataLst>
              <p:tags r:id="rId5"/>
            </p:custDataLst>
          </p:nvPr>
        </p:nvSpPr>
        <p:spPr bwMode="auto">
          <a:xfrm>
            <a:off x="428625" y="981075"/>
            <a:ext cx="12168188" cy="2376488"/>
          </a:xfrm>
          <a:prstGeom prst="roundRect">
            <a:avLst>
              <a:gd name="adj" fmla="val 44088"/>
            </a:avLst>
          </a:prstGeom>
          <a:noFill/>
          <a:ln w="9525">
            <a:solidFill>
              <a:schemeClr val="bg1"/>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de-DE" altLang="de-DE"/>
          </a:p>
        </p:txBody>
      </p:sp>
      <p:pic>
        <p:nvPicPr>
          <p:cNvPr id="8" name="Grafik 10">
            <a:extLst>
              <a:ext uri="{FF2B5EF4-FFF2-40B4-BE49-F238E27FC236}">
                <a16:creationId xmlns:a16="http://schemas.microsoft.com/office/drawing/2014/main" id="{5E7E61B3-FE6A-435C-A325-C2A249C5A641}"/>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388938" y="4910138"/>
            <a:ext cx="19399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rafik 12">
            <a:extLst>
              <a:ext uri="{FF2B5EF4-FFF2-40B4-BE49-F238E27FC236}">
                <a16:creationId xmlns:a16="http://schemas.microsoft.com/office/drawing/2014/main" id="{AC1BE5D9-B98C-4CF6-A460-2C6392913FB8}"/>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7645400" y="5135563"/>
            <a:ext cx="1516063"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Grafik 13">
            <a:extLst>
              <a:ext uri="{FF2B5EF4-FFF2-40B4-BE49-F238E27FC236}">
                <a16:creationId xmlns:a16="http://schemas.microsoft.com/office/drawing/2014/main" id="{77375183-23CC-46CB-906F-8BF1DFBAAA0C}"/>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l="3152" t="11890" r="4292" b="17607"/>
          <a:stretch>
            <a:fillRect/>
          </a:stretch>
        </p:blipFill>
        <p:spPr bwMode="auto">
          <a:xfrm>
            <a:off x="7645400" y="6116638"/>
            <a:ext cx="151606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Rectangle 3"/>
          <p:cNvSpPr>
            <a:spLocks noGrp="1" noChangeArrowheads="1"/>
          </p:cNvSpPr>
          <p:nvPr>
            <p:ph type="subTitle" idx="1"/>
          </p:nvPr>
        </p:nvSpPr>
        <p:spPr>
          <a:xfrm>
            <a:off x="741363" y="3500438"/>
            <a:ext cx="8423275" cy="1176337"/>
          </a:xfrm>
        </p:spPr>
        <p:txBody>
          <a:bodyPr/>
          <a:lstStyle>
            <a:lvl1pPr marL="0" indent="0" algn="ctr">
              <a:defRPr/>
            </a:lvl1pPr>
          </a:lstStyle>
          <a:p>
            <a:pPr lvl="0"/>
            <a:r>
              <a:rPr lang="de-DE" altLang="de-DE" noProof="0"/>
              <a:t>Master-Untertitelformat bearbeiten</a:t>
            </a:r>
            <a:endParaRPr lang="de-DE" altLang="de-DE" noProof="0" dirty="0"/>
          </a:p>
        </p:txBody>
      </p:sp>
      <p:sp>
        <p:nvSpPr>
          <p:cNvPr id="37894" name="Rectangle 6"/>
          <p:cNvSpPr>
            <a:spLocks noGrp="1" noChangeArrowheads="1"/>
          </p:cNvSpPr>
          <p:nvPr>
            <p:ph type="ctrTitle"/>
          </p:nvPr>
        </p:nvSpPr>
        <p:spPr>
          <a:xfrm>
            <a:off x="741363" y="1052513"/>
            <a:ext cx="8420100" cy="2232025"/>
          </a:xfrm>
        </p:spPr>
        <p:txBody>
          <a:bodyPr/>
          <a:lstStyle>
            <a:lvl1pPr algn="ctr">
              <a:defRPr sz="3000"/>
            </a:lvl1pPr>
          </a:lstStyle>
          <a:p>
            <a:pPr lvl="0"/>
            <a:r>
              <a:rPr lang="de-DE" altLang="de-DE" noProof="0"/>
              <a:t>Mastertitelformat bearbeiten</a:t>
            </a:r>
            <a:endParaRPr lang="de-DE" altLang="de-DE" noProof="0" dirty="0"/>
          </a:p>
        </p:txBody>
      </p:sp>
      <p:pic>
        <p:nvPicPr>
          <p:cNvPr id="12" name="Picture 1" descr="Upravni odbor | Univerzitet u Sarajevu">
            <a:extLst>
              <a:ext uri="{FF2B5EF4-FFF2-40B4-BE49-F238E27FC236}">
                <a16:creationId xmlns:a16="http://schemas.microsoft.com/office/drawing/2014/main" id="{C1929DC6-BD0D-4805-BAC0-7CD2C8E7C05F}"/>
              </a:ext>
            </a:extLst>
          </p:cNvPr>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267046" y="5135563"/>
            <a:ext cx="1440170" cy="1424780"/>
          </a:xfrm>
          <a:prstGeom prst="rect">
            <a:avLst/>
          </a:prstGeom>
          <a:noFill/>
          <a:ln>
            <a:noFill/>
          </a:ln>
        </p:spPr>
      </p:pic>
    </p:spTree>
    <p:extLst>
      <p:ext uri="{BB962C8B-B14F-4D97-AF65-F5344CB8AC3E}">
        <p14:creationId xmlns:p14="http://schemas.microsoft.com/office/powerpoint/2010/main" val="2216694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blau">
    <p:spTree>
      <p:nvGrpSpPr>
        <p:cNvPr id="1" name=""/>
        <p:cNvGrpSpPr/>
        <p:nvPr/>
      </p:nvGrpSpPr>
      <p:grpSpPr>
        <a:xfrm>
          <a:off x="0" y="0"/>
          <a:ext cx="0" cy="0"/>
          <a:chOff x="0" y="0"/>
          <a:chExt cx="0" cy="0"/>
        </a:xfrm>
      </p:grpSpPr>
      <p:graphicFrame>
        <p:nvGraphicFramePr>
          <p:cNvPr id="2" name="Rectangle 8" hidden="1">
            <a:extLst>
              <a:ext uri="{FF2B5EF4-FFF2-40B4-BE49-F238E27FC236}">
                <a16:creationId xmlns:a16="http://schemas.microsoft.com/office/drawing/2014/main" id="{ADF2C352-FF9D-43E8-A153-F71384417959}"/>
              </a:ext>
            </a:extLst>
          </p:cNvPr>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6400" r:id="rId7" imgW="0" imgH="0" progId="TCLayout.ActiveDocument.1">
                  <p:embed/>
                </p:oleObj>
              </mc:Choice>
              <mc:Fallback>
                <p:oleObj r:id="rId7" imgW="0" imgH="0" progId="TCLayout.ActiveDocument.1">
                  <p:embed/>
                  <p:pic>
                    <p:nvPicPr>
                      <p:cNvPr id="2050" name="Rectangle 8" hidden="1">
                        <a:extLst>
                          <a:ext uri="{FF2B5EF4-FFF2-40B4-BE49-F238E27FC236}">
                            <a16:creationId xmlns:a16="http://schemas.microsoft.com/office/drawing/2014/main" id="{4BF9BE3C-02D4-4055-8CF0-C1D869B45EFC}"/>
                          </a:ext>
                        </a:extLst>
                      </p:cNvPr>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Picture 2" descr="kreiselwooosh_small_hellcyan">
            <a:extLst>
              <a:ext uri="{FF2B5EF4-FFF2-40B4-BE49-F238E27FC236}">
                <a16:creationId xmlns:a16="http://schemas.microsoft.com/office/drawing/2014/main" id="{66CD680A-7499-493C-B707-52CC0C86DA1C}"/>
              </a:ext>
            </a:extLst>
          </p:cNvPr>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t="11461" r="8310" b="19771"/>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a:extLst>
              <a:ext uri="{FF2B5EF4-FFF2-40B4-BE49-F238E27FC236}">
                <a16:creationId xmlns:a16="http://schemas.microsoft.com/office/drawing/2014/main" id="{CAC932BB-3862-4CCF-8E22-EBAFDE963D17}"/>
              </a:ext>
            </a:extLst>
          </p:cNvPr>
          <p:cNvSpPr>
            <a:spLocks noChangeArrowheads="1"/>
          </p:cNvSpPr>
          <p:nvPr>
            <p:custDataLst>
              <p:tags r:id="rId4"/>
            </p:custDataLst>
          </p:nvPr>
        </p:nvSpPr>
        <p:spPr bwMode="auto">
          <a:xfrm>
            <a:off x="0" y="4870450"/>
            <a:ext cx="9906000" cy="2060575"/>
          </a:xfrm>
          <a:prstGeom prst="rect">
            <a:avLst/>
          </a:prstGeom>
          <a:solidFill>
            <a:schemeClr val="bg1">
              <a:alpha val="54901"/>
            </a:schemeClr>
          </a:solidFill>
          <a:ln>
            <a:noFill/>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de-DE" altLang="de-DE"/>
          </a:p>
        </p:txBody>
      </p:sp>
      <p:sp>
        <p:nvSpPr>
          <p:cNvPr id="5" name="AutoShape 5">
            <a:extLst>
              <a:ext uri="{FF2B5EF4-FFF2-40B4-BE49-F238E27FC236}">
                <a16:creationId xmlns:a16="http://schemas.microsoft.com/office/drawing/2014/main" id="{17B6075A-0D4A-43BB-AC49-B1E08B777A8B}"/>
              </a:ext>
            </a:extLst>
          </p:cNvPr>
          <p:cNvSpPr>
            <a:spLocks noChangeArrowheads="1"/>
          </p:cNvSpPr>
          <p:nvPr>
            <p:custDataLst>
              <p:tags r:id="rId5"/>
            </p:custDataLst>
          </p:nvPr>
        </p:nvSpPr>
        <p:spPr bwMode="auto">
          <a:xfrm>
            <a:off x="428625" y="981075"/>
            <a:ext cx="12168188" cy="2376488"/>
          </a:xfrm>
          <a:prstGeom prst="roundRect">
            <a:avLst>
              <a:gd name="adj" fmla="val 44088"/>
            </a:avLst>
          </a:prstGeom>
          <a:noFill/>
          <a:ln w="9525">
            <a:solidFill>
              <a:schemeClr val="bg1"/>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de-DE" altLang="de-DE"/>
          </a:p>
        </p:txBody>
      </p:sp>
      <p:pic>
        <p:nvPicPr>
          <p:cNvPr id="7" name="Grafik 13">
            <a:extLst>
              <a:ext uri="{FF2B5EF4-FFF2-40B4-BE49-F238E27FC236}">
                <a16:creationId xmlns:a16="http://schemas.microsoft.com/office/drawing/2014/main" id="{ACF979B4-C0BF-468A-BA77-E373B0304400}"/>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t="5643" b="5363"/>
          <a:stretch>
            <a:fillRect/>
          </a:stretch>
        </p:blipFill>
        <p:spPr bwMode="auto">
          <a:xfrm>
            <a:off x="0" y="-12700"/>
            <a:ext cx="9906000" cy="488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a:extLst>
              <a:ext uri="{FF2B5EF4-FFF2-40B4-BE49-F238E27FC236}">
                <a16:creationId xmlns:a16="http://schemas.microsoft.com/office/drawing/2014/main" id="{A7D8E41F-B7CA-49A2-B8DF-7CD3535BDE24}"/>
              </a:ext>
            </a:extLst>
          </p:cNvPr>
          <p:cNvSpPr txBox="1">
            <a:spLocks noChangeArrowheads="1"/>
          </p:cNvSpPr>
          <p:nvPr userDrawn="1"/>
        </p:nvSpPr>
        <p:spPr bwMode="auto">
          <a:xfrm>
            <a:off x="-301626" y="4794250"/>
            <a:ext cx="8460205" cy="2232025"/>
          </a:xfrm>
          <a:prstGeom prst="rect">
            <a:avLst/>
          </a:prstGeom>
          <a:noFill/>
          <a:ln>
            <a:noFill/>
          </a:ln>
          <a:effectLst/>
        </p:spPr>
        <p:txBody>
          <a:bodyPr anchor="ctr"/>
          <a:lstStyle>
            <a:lvl1pPr algn="ctr" rtl="0" eaLnBrk="0" fontAlgn="base" hangingPunct="0">
              <a:spcBef>
                <a:spcPct val="0"/>
              </a:spcBef>
              <a:spcAft>
                <a:spcPct val="0"/>
              </a:spcAft>
              <a:defRPr sz="3000" b="1" kern="1200">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defRPr>
            </a:lvl2pPr>
            <a:lvl3pPr algn="l" rtl="0" eaLnBrk="0" fontAlgn="base" hangingPunct="0">
              <a:spcBef>
                <a:spcPct val="0"/>
              </a:spcBef>
              <a:spcAft>
                <a:spcPct val="0"/>
              </a:spcAft>
              <a:defRPr sz="2400" b="1">
                <a:solidFill>
                  <a:schemeClr val="tx2"/>
                </a:solidFill>
                <a:latin typeface="Arial" panose="020B0604020202020204" pitchFamily="34" charset="0"/>
              </a:defRPr>
            </a:lvl3pPr>
            <a:lvl4pPr algn="l" rtl="0" eaLnBrk="0" fontAlgn="base" hangingPunct="0">
              <a:spcBef>
                <a:spcPct val="0"/>
              </a:spcBef>
              <a:spcAft>
                <a:spcPct val="0"/>
              </a:spcAft>
              <a:defRPr sz="2400" b="1">
                <a:solidFill>
                  <a:schemeClr val="tx2"/>
                </a:solidFill>
                <a:latin typeface="Arial" panose="020B0604020202020204" pitchFamily="34" charset="0"/>
              </a:defRPr>
            </a:lvl4pPr>
            <a:lvl5pPr algn="l" rtl="0" eaLnBrk="0" fontAlgn="base" hangingPunct="0">
              <a:spcBef>
                <a:spcPct val="0"/>
              </a:spcBef>
              <a:spcAft>
                <a:spcPct val="0"/>
              </a:spcAft>
              <a:defRPr sz="2400" b="1">
                <a:solidFill>
                  <a:schemeClr val="tx2"/>
                </a:solidFill>
                <a:latin typeface="Arial" panose="020B0604020202020204" pitchFamily="34" charset="0"/>
              </a:defRPr>
            </a:lvl5pPr>
            <a:lvl6pPr marL="457200" algn="l" rtl="0" fontAlgn="base">
              <a:spcBef>
                <a:spcPct val="0"/>
              </a:spcBef>
              <a:spcAft>
                <a:spcPct val="0"/>
              </a:spcAft>
              <a:defRPr sz="2400" b="1">
                <a:solidFill>
                  <a:schemeClr val="tx2"/>
                </a:solidFill>
                <a:latin typeface="Arial" panose="020B0604020202020204" pitchFamily="34" charset="0"/>
              </a:defRPr>
            </a:lvl6pPr>
            <a:lvl7pPr marL="914400" algn="l" rtl="0" fontAlgn="base">
              <a:spcBef>
                <a:spcPct val="0"/>
              </a:spcBef>
              <a:spcAft>
                <a:spcPct val="0"/>
              </a:spcAft>
              <a:defRPr sz="2400" b="1">
                <a:solidFill>
                  <a:schemeClr val="tx2"/>
                </a:solidFill>
                <a:latin typeface="Arial" panose="020B0604020202020204" pitchFamily="34" charset="0"/>
              </a:defRPr>
            </a:lvl7pPr>
            <a:lvl8pPr marL="1371600" algn="l" rtl="0" fontAlgn="base">
              <a:spcBef>
                <a:spcPct val="0"/>
              </a:spcBef>
              <a:spcAft>
                <a:spcPct val="0"/>
              </a:spcAft>
              <a:defRPr sz="2400" b="1">
                <a:solidFill>
                  <a:schemeClr val="tx2"/>
                </a:solidFill>
                <a:latin typeface="Arial" panose="020B0604020202020204" pitchFamily="34" charset="0"/>
              </a:defRPr>
            </a:lvl8pPr>
            <a:lvl9pPr marL="1828800" algn="l" rtl="0" fontAlgn="base">
              <a:spcBef>
                <a:spcPct val="0"/>
              </a:spcBef>
              <a:spcAft>
                <a:spcPct val="0"/>
              </a:spcAft>
              <a:defRPr sz="2400" b="1">
                <a:solidFill>
                  <a:schemeClr val="tx2"/>
                </a:solidFill>
                <a:latin typeface="Arial" panose="020B0604020202020204" pitchFamily="34" charset="0"/>
              </a:defRPr>
            </a:lvl9pPr>
          </a:lstStyle>
          <a:p>
            <a:pPr>
              <a:defRPr/>
            </a:pPr>
            <a:r>
              <a:rPr lang="de-DE" altLang="de-DE" sz="2800" dirty="0"/>
              <a:t>2nd PhD Summer School </a:t>
            </a:r>
          </a:p>
          <a:p>
            <a:pPr>
              <a:defRPr/>
            </a:pPr>
            <a:r>
              <a:rPr lang="de-DE" altLang="de-DE" dirty="0"/>
              <a:t>„</a:t>
            </a:r>
            <a:r>
              <a:rPr lang="de-DE" altLang="de-DE" dirty="0" err="1"/>
              <a:t>Machine</a:t>
            </a:r>
            <a:r>
              <a:rPr lang="de-DE" altLang="de-DE" dirty="0"/>
              <a:t> Learning </a:t>
            </a:r>
            <a:r>
              <a:rPr lang="de-DE" altLang="de-DE" dirty="0" err="1"/>
              <a:t>for</a:t>
            </a:r>
            <a:r>
              <a:rPr lang="de-DE" altLang="de-DE" dirty="0"/>
              <a:t> Material Sciences“</a:t>
            </a:r>
          </a:p>
          <a:p>
            <a:pPr>
              <a:defRPr/>
            </a:pPr>
            <a:r>
              <a:rPr lang="de-DE" altLang="de-DE" dirty="0"/>
              <a:t>Sarajevo, </a:t>
            </a:r>
            <a:r>
              <a:rPr lang="de-DE" altLang="de-DE" dirty="0" err="1"/>
              <a:t>Bosnia</a:t>
            </a:r>
            <a:r>
              <a:rPr lang="de-DE" altLang="de-DE" dirty="0"/>
              <a:t> and Herzegowina</a:t>
            </a:r>
          </a:p>
          <a:p>
            <a:pPr>
              <a:defRPr/>
            </a:pPr>
            <a:r>
              <a:rPr lang="de-DE" altLang="de-DE" sz="2400" dirty="0"/>
              <a:t>10/6/2026-12/6/2026 </a:t>
            </a:r>
          </a:p>
        </p:txBody>
      </p:sp>
      <p:pic>
        <p:nvPicPr>
          <p:cNvPr id="9" name="Picture 1" descr="Upravni odbor | Univerzitet u Sarajevu">
            <a:extLst>
              <a:ext uri="{FF2B5EF4-FFF2-40B4-BE49-F238E27FC236}">
                <a16:creationId xmlns:a16="http://schemas.microsoft.com/office/drawing/2014/main" id="{32CE970B-C838-4AF5-B9E7-21728F47FDAA}"/>
              </a:ext>
            </a:extLst>
          </p:cNvPr>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114188" y="5198764"/>
            <a:ext cx="1464815" cy="1465325"/>
          </a:xfrm>
          <a:prstGeom prst="rect">
            <a:avLst/>
          </a:prstGeom>
          <a:noFill/>
          <a:ln>
            <a:noFill/>
          </a:ln>
        </p:spPr>
      </p:pic>
    </p:spTree>
    <p:extLst>
      <p:ext uri="{BB962C8B-B14F-4D97-AF65-F5344CB8AC3E}">
        <p14:creationId xmlns:p14="http://schemas.microsoft.com/office/powerpoint/2010/main" val="3304585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Leer">
    <p:spTree>
      <p:nvGrpSpPr>
        <p:cNvPr id="1" name=""/>
        <p:cNvGrpSpPr/>
        <p:nvPr/>
      </p:nvGrpSpPr>
      <p:grpSpPr>
        <a:xfrm>
          <a:off x="0" y="0"/>
          <a:ext cx="0" cy="0"/>
          <a:chOff x="0" y="0"/>
          <a:chExt cx="0" cy="0"/>
        </a:xfrm>
      </p:grpSpPr>
      <p:sp>
        <p:nvSpPr>
          <p:cNvPr id="3" name="Abgerundetes Rechteck 6">
            <a:extLst>
              <a:ext uri="{FF2B5EF4-FFF2-40B4-BE49-F238E27FC236}">
                <a16:creationId xmlns:a16="http://schemas.microsoft.com/office/drawing/2014/main" id="{094CC288-6AFA-40E6-8F2C-E01ADE21B3FA}"/>
              </a:ext>
            </a:extLst>
          </p:cNvPr>
          <p:cNvSpPr/>
          <p:nvPr userDrawn="1"/>
        </p:nvSpPr>
        <p:spPr>
          <a:xfrm>
            <a:off x="495300" y="190500"/>
            <a:ext cx="9059863" cy="1141413"/>
          </a:xfrm>
          <a:prstGeom prst="roundRect">
            <a:avLst>
              <a:gd name="adj" fmla="val 18916"/>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de-DE"/>
          </a:p>
        </p:txBody>
      </p:sp>
      <p:sp>
        <p:nvSpPr>
          <p:cNvPr id="4" name="Abgerundetes Rechteck 7">
            <a:extLst>
              <a:ext uri="{FF2B5EF4-FFF2-40B4-BE49-F238E27FC236}">
                <a16:creationId xmlns:a16="http://schemas.microsoft.com/office/drawing/2014/main" id="{BAECDD4F-297B-409F-B911-7DB3D8B1E0C9}"/>
              </a:ext>
            </a:extLst>
          </p:cNvPr>
          <p:cNvSpPr/>
          <p:nvPr userDrawn="1"/>
        </p:nvSpPr>
        <p:spPr>
          <a:xfrm>
            <a:off x="495300" y="1470025"/>
            <a:ext cx="9059863" cy="4757738"/>
          </a:xfrm>
          <a:prstGeom prst="roundRect">
            <a:avLst>
              <a:gd name="adj" fmla="val 5729"/>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de-DE"/>
          </a:p>
        </p:txBody>
      </p:sp>
      <p:sp>
        <p:nvSpPr>
          <p:cNvPr id="5" name="Abgerundetes Rechteck 8">
            <a:extLst>
              <a:ext uri="{FF2B5EF4-FFF2-40B4-BE49-F238E27FC236}">
                <a16:creationId xmlns:a16="http://schemas.microsoft.com/office/drawing/2014/main" id="{568ED61A-7E85-41CC-94ED-6FD7D943079A}"/>
              </a:ext>
            </a:extLst>
          </p:cNvPr>
          <p:cNvSpPr/>
          <p:nvPr userDrawn="1"/>
        </p:nvSpPr>
        <p:spPr>
          <a:xfrm>
            <a:off x="566738" y="6369050"/>
            <a:ext cx="9061450" cy="352425"/>
          </a:xfrm>
          <a:prstGeom prst="roundRect">
            <a:avLst>
              <a:gd name="adj" fmla="val 50000"/>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de-DE"/>
          </a:p>
        </p:txBody>
      </p:sp>
      <p:sp>
        <p:nvSpPr>
          <p:cNvPr id="6" name="Fußzeilenplatzhalter 2">
            <a:extLst>
              <a:ext uri="{FF2B5EF4-FFF2-40B4-BE49-F238E27FC236}">
                <a16:creationId xmlns:a16="http://schemas.microsoft.com/office/drawing/2014/main" id="{9034D3A7-049E-411D-9A81-946B899041DF}"/>
              </a:ext>
            </a:extLst>
          </p:cNvPr>
          <p:cNvSpPr txBox="1">
            <a:spLocks/>
          </p:cNvSpPr>
          <p:nvPr userDrawn="1"/>
        </p:nvSpPr>
        <p:spPr>
          <a:xfrm>
            <a:off x="5762625" y="6424613"/>
            <a:ext cx="3865563" cy="250825"/>
          </a:xfrm>
          <a:prstGeom prst="rect">
            <a:avLst/>
          </a:prstGeom>
        </p:spPr>
        <p:txBody>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defRPr/>
            </a:pPr>
            <a:endParaRPr lang="de-DE" altLang="de-DE" dirty="0"/>
          </a:p>
        </p:txBody>
      </p:sp>
      <p:sp>
        <p:nvSpPr>
          <p:cNvPr id="7" name="Fußzeilenplatzhalter 2">
            <a:extLst>
              <a:ext uri="{FF2B5EF4-FFF2-40B4-BE49-F238E27FC236}">
                <a16:creationId xmlns:a16="http://schemas.microsoft.com/office/drawing/2014/main" id="{51F2E77B-7A7B-4405-91E9-9AA0F82E8BB6}"/>
              </a:ext>
            </a:extLst>
          </p:cNvPr>
          <p:cNvSpPr txBox="1">
            <a:spLocks/>
          </p:cNvSpPr>
          <p:nvPr userDrawn="1"/>
        </p:nvSpPr>
        <p:spPr>
          <a:xfrm>
            <a:off x="8858250" y="6426200"/>
            <a:ext cx="587375" cy="249238"/>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fld id="{558801C6-3890-456D-9D63-305DCF42DADD}" type="slidenum">
              <a:rPr lang="de-DE" altLang="de-DE" sz="1200" smtClean="0"/>
              <a:pPr algn="r" eaLnBrk="1" hangingPunct="1">
                <a:defRPr/>
              </a:pPr>
              <a:t>‹#›</a:t>
            </a:fld>
            <a:endParaRPr lang="de-DE" altLang="de-DE" sz="1200"/>
          </a:p>
        </p:txBody>
      </p:sp>
      <p:sp>
        <p:nvSpPr>
          <p:cNvPr id="8" name="Fußzeilenplatzhalter 4">
            <a:extLst>
              <a:ext uri="{FF2B5EF4-FFF2-40B4-BE49-F238E27FC236}">
                <a16:creationId xmlns:a16="http://schemas.microsoft.com/office/drawing/2014/main" id="{311FDA1A-4DEA-4EB7-A1AA-BEBD8371A5BC}"/>
              </a:ext>
            </a:extLst>
          </p:cNvPr>
          <p:cNvSpPr txBox="1">
            <a:spLocks/>
          </p:cNvSpPr>
          <p:nvPr userDrawn="1"/>
        </p:nvSpPr>
        <p:spPr bwMode="auto">
          <a:xfrm>
            <a:off x="614363" y="6426200"/>
            <a:ext cx="4338637" cy="249238"/>
          </a:xfrm>
          <a:prstGeom prst="rect">
            <a:avLst/>
          </a:prstGeom>
          <a:noFill/>
          <a:ln>
            <a:noFill/>
          </a:ln>
          <a:effectLst/>
        </p:spPr>
        <p:txBody>
          <a:bodyPr/>
          <a:lstStyle>
            <a:defPPr>
              <a:defRPr lang="en-GB"/>
            </a:defPPr>
            <a:lvl1pPr algn="l" rtl="0" fontAlgn="base">
              <a:spcBef>
                <a:spcPct val="0"/>
              </a:spcBef>
              <a:spcAft>
                <a:spcPct val="0"/>
              </a:spcAft>
              <a:defRPr sz="10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defRPr/>
            </a:pPr>
            <a:r>
              <a:rPr lang="en-US" altLang="de-DE" sz="1200" dirty="0">
                <a:solidFill>
                  <a:srgbClr val="000000"/>
                </a:solidFill>
              </a:rPr>
              <a:t>Machine Learning for Material Sciences (ML4MATSCI) 2026</a:t>
            </a:r>
          </a:p>
          <a:p>
            <a:pPr eaLnBrk="1" hangingPunct="1">
              <a:defRPr/>
            </a:pPr>
            <a:endParaRPr lang="de-DE" altLang="de-DE" dirty="0">
              <a:solidFill>
                <a:srgbClr val="000000"/>
              </a:solidFill>
            </a:endParaRPr>
          </a:p>
        </p:txBody>
      </p:sp>
      <p:sp>
        <p:nvSpPr>
          <p:cNvPr id="9" name="Titel 1"/>
          <p:cNvSpPr>
            <a:spLocks noGrp="1"/>
          </p:cNvSpPr>
          <p:nvPr>
            <p:ph type="title"/>
          </p:nvPr>
        </p:nvSpPr>
        <p:spPr>
          <a:xfrm>
            <a:off x="495299" y="188913"/>
            <a:ext cx="9059863" cy="1143000"/>
          </a:xfrm>
        </p:spPr>
        <p:txBody>
          <a:bodyPr/>
          <a:lstStyle>
            <a:lvl1pPr algn="ctr">
              <a:defRPr/>
            </a:lvl1pPr>
          </a:lstStyle>
          <a:p>
            <a:r>
              <a:rPr lang="de-DE"/>
              <a:t>Mastertitelformat bearbeiten</a:t>
            </a:r>
            <a:endParaRPr lang="de-DE" dirty="0"/>
          </a:p>
        </p:txBody>
      </p:sp>
    </p:spTree>
    <p:extLst>
      <p:ext uri="{BB962C8B-B14F-4D97-AF65-F5344CB8AC3E}">
        <p14:creationId xmlns:p14="http://schemas.microsoft.com/office/powerpoint/2010/main" val="448530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weiß">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7533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elplatzhalter 1">
            <a:extLst>
              <a:ext uri="{FF2B5EF4-FFF2-40B4-BE49-F238E27FC236}">
                <a16:creationId xmlns:a16="http://schemas.microsoft.com/office/drawing/2014/main" id="{E8854C49-9F4F-4CFB-BF72-74A6489C3EBA}"/>
              </a:ext>
            </a:extLst>
          </p:cNvPr>
          <p:cNvSpPr>
            <a:spLocks noGrp="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de-DE"/>
              <a:t>Title master</a:t>
            </a:r>
          </a:p>
        </p:txBody>
      </p:sp>
      <p:sp>
        <p:nvSpPr>
          <p:cNvPr id="1027" name="Textplatzhalter 2">
            <a:extLst>
              <a:ext uri="{FF2B5EF4-FFF2-40B4-BE49-F238E27FC236}">
                <a16:creationId xmlns:a16="http://schemas.microsoft.com/office/drawing/2014/main" id="{5637C37D-2519-4D04-BEA3-07F45FEAE76D}"/>
              </a:ext>
            </a:extLst>
          </p:cNvPr>
          <p:cNvSpPr>
            <a:spLocks noGrp="1"/>
          </p:cNvSpPr>
          <p:nvPr>
            <p:ph type="body" idx="1"/>
          </p:nvPr>
        </p:nvSpPr>
        <p:spPr bwMode="auto">
          <a:xfrm>
            <a:off x="681038" y="1847850"/>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de-DE" altLang="de-DE"/>
          </a:p>
        </p:txBody>
      </p:sp>
      <p:sp>
        <p:nvSpPr>
          <p:cNvPr id="4" name="Datumsplatzhalter 3">
            <a:extLst>
              <a:ext uri="{FF2B5EF4-FFF2-40B4-BE49-F238E27FC236}">
                <a16:creationId xmlns:a16="http://schemas.microsoft.com/office/drawing/2014/main" id="{19F4C4C0-D72D-451B-B04F-AE3D80FDF810}"/>
              </a:ext>
            </a:extLst>
          </p:cNvPr>
          <p:cNvSpPr>
            <a:spLocks noGrp="1"/>
          </p:cNvSpPr>
          <p:nvPr>
            <p:ph type="dt" sz="half" idx="2"/>
          </p:nvPr>
        </p:nvSpPr>
        <p:spPr>
          <a:xfrm>
            <a:off x="681038" y="6356350"/>
            <a:ext cx="3641725" cy="365125"/>
          </a:xfrm>
          <a:prstGeom prst="rect">
            <a:avLst/>
          </a:prstGeom>
        </p:spPr>
        <p:txBody>
          <a:bodyPr vert="horz" lIns="91440" tIns="45720" rIns="91440" bIns="45720" rtlCol="0" anchor="ctr"/>
          <a:lstStyle>
            <a:lvl1pPr algn="l" eaLnBrk="1" fontAlgn="auto" hangingPunct="1">
              <a:spcBef>
                <a:spcPts val="0"/>
              </a:spcBef>
              <a:spcAft>
                <a:spcPts val="0"/>
              </a:spcAft>
              <a:defRPr sz="975">
                <a:solidFill>
                  <a:schemeClr val="tx1">
                    <a:tint val="75000"/>
                  </a:schemeClr>
                </a:solidFill>
              </a:defRPr>
            </a:lvl1pPr>
          </a:lstStyle>
          <a:p>
            <a:pPr>
              <a:defRPr/>
            </a:pPr>
            <a:r>
              <a:rPr lang="de-DE" altLang="de-DE"/>
              <a:t>Machine Learning for Material Sciences (ML4MATSCI) 2024</a:t>
            </a:r>
          </a:p>
        </p:txBody>
      </p:sp>
      <p:sp>
        <p:nvSpPr>
          <p:cNvPr id="6" name="Foliennummernplatzhalter 5">
            <a:extLst>
              <a:ext uri="{FF2B5EF4-FFF2-40B4-BE49-F238E27FC236}">
                <a16:creationId xmlns:a16="http://schemas.microsoft.com/office/drawing/2014/main" id="{5414EEAA-0DF6-43BB-AD53-C2DA59CEE347}"/>
              </a:ext>
            </a:extLst>
          </p:cNvPr>
          <p:cNvSpPr>
            <a:spLocks noGrp="1"/>
          </p:cNvSpPr>
          <p:nvPr>
            <p:ph type="sldNum" sz="quarter" idx="4"/>
          </p:nvPr>
        </p:nvSpPr>
        <p:spPr>
          <a:xfrm>
            <a:off x="6996113" y="6356350"/>
            <a:ext cx="222885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latin typeface="Calibri" panose="020F0502020204030204" pitchFamily="34" charset="0"/>
              </a:defRPr>
            </a:lvl1pPr>
          </a:lstStyle>
          <a:p>
            <a:pPr>
              <a:defRPr/>
            </a:pPr>
            <a:fld id="{EA4FB11C-7AE6-4981-AC08-B87A939321D7}" type="slidenum">
              <a:rPr lang="de-DE" altLang="de-DE"/>
              <a:pPr>
                <a:defRPr/>
              </a:pPr>
              <a:t>‹#›</a:t>
            </a:fld>
            <a:endParaRPr lang="de-DE" altLang="de-DE"/>
          </a:p>
        </p:txBody>
      </p:sp>
    </p:spTree>
  </p:cSld>
  <p:clrMap bg1="lt1" tx1="dk1" bg2="lt2" tx2="dk2" accent1="accent1" accent2="accent2" accent3="accent3" accent4="accent4" accent5="accent5" accent6="accent6" hlink="hlink" folHlink="folHlink"/>
  <p:sldLayoutIdLst>
    <p:sldLayoutId id="2147484410" r:id="rId1"/>
    <p:sldLayoutId id="2147484409" r:id="rId2"/>
    <p:sldLayoutId id="2147484411" r:id="rId3"/>
    <p:sldLayoutId id="2147484412" r:id="rId4"/>
  </p:sldLayoutIdLst>
  <p:txStyles>
    <p:titleStyle>
      <a:lvl1pPr algn="l" defTabSz="742950" rtl="0" eaLnBrk="0" fontAlgn="base" hangingPunct="0">
        <a:lnSpc>
          <a:spcPct val="90000"/>
        </a:lnSpc>
        <a:spcBef>
          <a:spcPct val="0"/>
        </a:spcBef>
        <a:spcAft>
          <a:spcPct val="0"/>
        </a:spcAft>
        <a:defRPr sz="3500" kern="1200">
          <a:solidFill>
            <a:schemeClr val="tx1"/>
          </a:solidFill>
          <a:latin typeface="+mj-lt"/>
          <a:ea typeface="+mj-ea"/>
          <a:cs typeface="+mj-cs"/>
        </a:defRPr>
      </a:lvl1pPr>
      <a:lvl2pPr algn="l" defTabSz="742950" rtl="0" eaLnBrk="0" fontAlgn="base" hangingPunct="0">
        <a:lnSpc>
          <a:spcPct val="90000"/>
        </a:lnSpc>
        <a:spcBef>
          <a:spcPct val="0"/>
        </a:spcBef>
        <a:spcAft>
          <a:spcPct val="0"/>
        </a:spcAft>
        <a:defRPr sz="3500">
          <a:solidFill>
            <a:schemeClr val="tx1"/>
          </a:solidFill>
          <a:latin typeface="Calibri Light" panose="020F0302020204030204" pitchFamily="34" charset="0"/>
        </a:defRPr>
      </a:lvl2pPr>
      <a:lvl3pPr algn="l" defTabSz="742950" rtl="0" eaLnBrk="0" fontAlgn="base" hangingPunct="0">
        <a:lnSpc>
          <a:spcPct val="90000"/>
        </a:lnSpc>
        <a:spcBef>
          <a:spcPct val="0"/>
        </a:spcBef>
        <a:spcAft>
          <a:spcPct val="0"/>
        </a:spcAft>
        <a:defRPr sz="3500">
          <a:solidFill>
            <a:schemeClr val="tx1"/>
          </a:solidFill>
          <a:latin typeface="Calibri Light" panose="020F0302020204030204" pitchFamily="34" charset="0"/>
        </a:defRPr>
      </a:lvl3pPr>
      <a:lvl4pPr algn="l" defTabSz="742950" rtl="0" eaLnBrk="0" fontAlgn="base" hangingPunct="0">
        <a:lnSpc>
          <a:spcPct val="90000"/>
        </a:lnSpc>
        <a:spcBef>
          <a:spcPct val="0"/>
        </a:spcBef>
        <a:spcAft>
          <a:spcPct val="0"/>
        </a:spcAft>
        <a:defRPr sz="3500">
          <a:solidFill>
            <a:schemeClr val="tx1"/>
          </a:solidFill>
          <a:latin typeface="Calibri Light" panose="020F0302020204030204" pitchFamily="34" charset="0"/>
        </a:defRPr>
      </a:lvl4pPr>
      <a:lvl5pPr algn="l" defTabSz="742950" rtl="0" eaLnBrk="0" fontAlgn="base" hangingPunct="0">
        <a:lnSpc>
          <a:spcPct val="90000"/>
        </a:lnSpc>
        <a:spcBef>
          <a:spcPct val="0"/>
        </a:spcBef>
        <a:spcAft>
          <a:spcPct val="0"/>
        </a:spcAft>
        <a:defRPr sz="3500">
          <a:solidFill>
            <a:schemeClr val="tx1"/>
          </a:solidFill>
          <a:latin typeface="Calibri Light" panose="020F0302020204030204" pitchFamily="34" charset="0"/>
        </a:defRPr>
      </a:lvl5pPr>
      <a:lvl6pPr marL="457200" algn="l" defTabSz="742950" rtl="0" fontAlgn="base">
        <a:lnSpc>
          <a:spcPct val="90000"/>
        </a:lnSpc>
        <a:spcBef>
          <a:spcPct val="0"/>
        </a:spcBef>
        <a:spcAft>
          <a:spcPct val="0"/>
        </a:spcAft>
        <a:defRPr sz="3500">
          <a:solidFill>
            <a:schemeClr val="tx1"/>
          </a:solidFill>
          <a:latin typeface="Calibri Light" panose="020F0302020204030204" pitchFamily="34" charset="0"/>
        </a:defRPr>
      </a:lvl6pPr>
      <a:lvl7pPr marL="914400" algn="l" defTabSz="742950" rtl="0" fontAlgn="base">
        <a:lnSpc>
          <a:spcPct val="90000"/>
        </a:lnSpc>
        <a:spcBef>
          <a:spcPct val="0"/>
        </a:spcBef>
        <a:spcAft>
          <a:spcPct val="0"/>
        </a:spcAft>
        <a:defRPr sz="3500">
          <a:solidFill>
            <a:schemeClr val="tx1"/>
          </a:solidFill>
          <a:latin typeface="Calibri Light" panose="020F0302020204030204" pitchFamily="34" charset="0"/>
        </a:defRPr>
      </a:lvl7pPr>
      <a:lvl8pPr marL="1371600" algn="l" defTabSz="742950" rtl="0" fontAlgn="base">
        <a:lnSpc>
          <a:spcPct val="90000"/>
        </a:lnSpc>
        <a:spcBef>
          <a:spcPct val="0"/>
        </a:spcBef>
        <a:spcAft>
          <a:spcPct val="0"/>
        </a:spcAft>
        <a:defRPr sz="3500">
          <a:solidFill>
            <a:schemeClr val="tx1"/>
          </a:solidFill>
          <a:latin typeface="Calibri Light" panose="020F0302020204030204" pitchFamily="34" charset="0"/>
        </a:defRPr>
      </a:lvl8pPr>
      <a:lvl9pPr marL="1828800" algn="l" defTabSz="742950" rtl="0" fontAlgn="base">
        <a:lnSpc>
          <a:spcPct val="90000"/>
        </a:lnSpc>
        <a:spcBef>
          <a:spcPct val="0"/>
        </a:spcBef>
        <a:spcAft>
          <a:spcPct val="0"/>
        </a:spcAft>
        <a:defRPr sz="3500">
          <a:solidFill>
            <a:schemeClr val="tx1"/>
          </a:solidFill>
          <a:latin typeface="Calibri Light" panose="020F0302020204030204" pitchFamily="34" charset="0"/>
        </a:defRPr>
      </a:lvl9pPr>
    </p:titleStyle>
    <p:bodyStyle>
      <a:lvl1pPr algn="l" defTabSz="742950" rtl="0" eaLnBrk="0" fontAlgn="base" hangingPunct="0">
        <a:lnSpc>
          <a:spcPct val="90000"/>
        </a:lnSpc>
        <a:spcBef>
          <a:spcPts val="813"/>
        </a:spcBef>
        <a:spcAft>
          <a:spcPct val="0"/>
        </a:spcAft>
        <a:buFont typeface="Arial" panose="020B0604020202020204" pitchFamily="34" charset="0"/>
        <a:defRPr sz="2200" kern="1200">
          <a:solidFill>
            <a:schemeClr val="tx1"/>
          </a:solidFill>
          <a:latin typeface="+mn-lt"/>
          <a:ea typeface="+mn-ea"/>
          <a:cs typeface="+mn-cs"/>
        </a:defRPr>
      </a:lvl1pPr>
      <a:lvl2pPr marL="557213" indent="-185738" algn="l" defTabSz="742950" rtl="0" eaLnBrk="0" fontAlgn="base" hangingPunct="0">
        <a:lnSpc>
          <a:spcPct val="90000"/>
        </a:lnSpc>
        <a:spcBef>
          <a:spcPts val="400"/>
        </a:spcBef>
        <a:spcAft>
          <a:spcPct val="0"/>
        </a:spcAft>
        <a:buFont typeface="Arial" panose="020B0604020202020204" pitchFamily="34" charset="0"/>
        <a:buChar char="•"/>
        <a:defRPr sz="1900" kern="1200">
          <a:solidFill>
            <a:schemeClr val="tx1"/>
          </a:solidFill>
          <a:latin typeface="+mn-lt"/>
          <a:ea typeface="+mn-ea"/>
          <a:cs typeface="+mn-cs"/>
        </a:defRPr>
      </a:lvl2pPr>
      <a:lvl3pPr marL="928688" indent="-185738" algn="l" defTabSz="742950" rtl="0" eaLnBrk="0" fontAlgn="base" hangingPunct="0">
        <a:lnSpc>
          <a:spcPct val="90000"/>
        </a:lnSpc>
        <a:spcBef>
          <a:spcPts val="400"/>
        </a:spcBef>
        <a:spcAft>
          <a:spcPct val="0"/>
        </a:spcAft>
        <a:buFont typeface="Arial" panose="020B0604020202020204" pitchFamily="34" charset="0"/>
        <a:buChar char="•"/>
        <a:defRPr sz="1600" kern="1200">
          <a:solidFill>
            <a:schemeClr val="tx1"/>
          </a:solidFill>
          <a:latin typeface="+mn-lt"/>
          <a:ea typeface="+mn-ea"/>
          <a:cs typeface="+mn-cs"/>
        </a:defRPr>
      </a:lvl3pPr>
      <a:lvl4pPr marL="1300163" indent="-185738" algn="l" defTabSz="742950" rtl="0" eaLnBrk="0" fontAlgn="base" hangingPunct="0">
        <a:lnSpc>
          <a:spcPct val="90000"/>
        </a:lnSpc>
        <a:spcBef>
          <a:spcPts val="400"/>
        </a:spcBef>
        <a:spcAft>
          <a:spcPct val="0"/>
        </a:spcAft>
        <a:buFont typeface="Arial" panose="020B0604020202020204" pitchFamily="34" charset="0"/>
        <a:buChar char="•"/>
        <a:defRPr sz="1400" kern="1200">
          <a:solidFill>
            <a:schemeClr val="tx1"/>
          </a:solidFill>
          <a:latin typeface="+mn-lt"/>
          <a:ea typeface="+mn-ea"/>
          <a:cs typeface="+mn-cs"/>
        </a:defRPr>
      </a:lvl4pPr>
      <a:lvl5pPr marL="1671638" indent="-185738" algn="l" defTabSz="742950" rtl="0" eaLnBrk="0" fontAlgn="base" hangingPunct="0">
        <a:lnSpc>
          <a:spcPct val="90000"/>
        </a:lnSpc>
        <a:spcBef>
          <a:spcPts val="400"/>
        </a:spcBef>
        <a:spcAft>
          <a:spcPct val="0"/>
        </a:spcAft>
        <a:buFont typeface="Arial" panose="020B0604020202020204" pitchFamily="34" charset="0"/>
        <a:buChar char="•"/>
        <a:defRPr sz="14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de-DE"/>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vmlDrawing" Target="../drawings/vmlDrawing3.vml"/><Relationship Id="rId5" Type="http://schemas.openxmlformats.org/officeDocument/2006/relationships/oleObject" Target="../embeddings/oleObject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microsoft.com/office/2007/relationships/hdphoto" Target="../media/hdphoto2.wdp"/><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194" name="Rectangle 26" hidden="1">
            <a:extLst>
              <a:ext uri="{FF2B5EF4-FFF2-40B4-BE49-F238E27FC236}">
                <a16:creationId xmlns:a16="http://schemas.microsoft.com/office/drawing/2014/main" id="{EE1CDD8E-C995-4CA4-9D18-9AA773027BE9}"/>
              </a:ext>
            </a:extLst>
          </p:cNvPr>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8210" r:id="rId5" imgW="0" imgH="0" progId="TCLayout.ActiveDocument.1">
                  <p:embed/>
                </p:oleObj>
              </mc:Choice>
              <mc:Fallback>
                <p:oleObj r:id="rId5" imgW="0" imgH="0" progId="TCLayout.ActiveDocument.1">
                  <p:embed/>
                  <p:pic>
                    <p:nvPicPr>
                      <p:cNvPr id="0" name="Rectangle 26"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Untertitel 1">
            <a:extLst>
              <a:ext uri="{FF2B5EF4-FFF2-40B4-BE49-F238E27FC236}">
                <a16:creationId xmlns:a16="http://schemas.microsoft.com/office/drawing/2014/main" id="{6C9BB3C7-FA1F-48B8-AE7F-6D086D6F4970}"/>
              </a:ext>
            </a:extLst>
          </p:cNvPr>
          <p:cNvSpPr>
            <a:spLocks noGrp="1"/>
          </p:cNvSpPr>
          <p:nvPr>
            <p:ph type="subTitle" idx="1"/>
          </p:nvPr>
        </p:nvSpPr>
        <p:spPr/>
        <p:txBody>
          <a:bodyPr/>
          <a:lstStyle/>
          <a:p>
            <a:r>
              <a:rPr lang="en-US" altLang="de-DE" dirty="0"/>
              <a:t>Muhammed Arshad Thottappali</a:t>
            </a:r>
          </a:p>
          <a:p>
            <a:r>
              <a:rPr lang="en-US" altLang="de-DE" dirty="0"/>
              <a:t>Institute of Macromolecular Chemistry</a:t>
            </a:r>
          </a:p>
          <a:p>
            <a:r>
              <a:rPr lang="en-US" altLang="de-DE" dirty="0"/>
              <a:t>Prague, Czech Republic</a:t>
            </a:r>
            <a:endParaRPr lang="de-DE" altLang="de-DE" dirty="0"/>
          </a:p>
        </p:txBody>
      </p:sp>
      <p:sp>
        <p:nvSpPr>
          <p:cNvPr id="10243" name="Titel 2">
            <a:extLst>
              <a:ext uri="{FF2B5EF4-FFF2-40B4-BE49-F238E27FC236}">
                <a16:creationId xmlns:a16="http://schemas.microsoft.com/office/drawing/2014/main" id="{354CA025-2EE4-44CE-89C1-8B3EE1B3C2D4}"/>
              </a:ext>
            </a:extLst>
          </p:cNvPr>
          <p:cNvSpPr>
            <a:spLocks noGrp="1"/>
          </p:cNvSpPr>
          <p:nvPr>
            <p:ph type="ctrTitle"/>
          </p:nvPr>
        </p:nvSpPr>
        <p:spPr>
          <a:xfrm>
            <a:off x="741363" y="1052513"/>
            <a:ext cx="8420100" cy="2232025"/>
          </a:xfrm>
        </p:spPr>
        <p:txBody>
          <a:bodyPr/>
          <a:lstStyle/>
          <a:p>
            <a:r>
              <a:rPr lang="en-US" altLang="de-DE" b="1" dirty="0"/>
              <a:t>Challenges in Interpreting Ultrafast Spectroscopy Data: A Case for Machine Learning in</a:t>
            </a:r>
            <a:br>
              <a:rPr lang="en-US" altLang="de-DE" b="1" dirty="0"/>
            </a:br>
            <a:r>
              <a:rPr lang="en-US" altLang="de-DE" b="1" dirty="0"/>
              <a:t>Materials Research</a:t>
            </a:r>
            <a:endParaRPr lang="de-DE" altLang="de-DE"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el 2">
            <a:extLst>
              <a:ext uri="{FF2B5EF4-FFF2-40B4-BE49-F238E27FC236}">
                <a16:creationId xmlns:a16="http://schemas.microsoft.com/office/drawing/2014/main" id="{6CEE5831-ECD9-4F50-A879-35EE92DD6CF9}"/>
              </a:ext>
            </a:extLst>
          </p:cNvPr>
          <p:cNvSpPr>
            <a:spLocks noGrp="1"/>
          </p:cNvSpPr>
          <p:nvPr>
            <p:ph type="title"/>
          </p:nvPr>
        </p:nvSpPr>
        <p:spPr>
          <a:xfrm>
            <a:off x="495300" y="188913"/>
            <a:ext cx="9059863" cy="1143000"/>
          </a:xfrm>
        </p:spPr>
        <p:txBody>
          <a:bodyPr/>
          <a:lstStyle/>
          <a:p>
            <a:r>
              <a:rPr lang="de-DE" altLang="de-DE" b="1" dirty="0"/>
              <a:t> </a:t>
            </a:r>
            <a:r>
              <a:rPr lang="de-DE" altLang="de-DE" b="1" dirty="0" err="1"/>
              <a:t>Selecting</a:t>
            </a:r>
            <a:r>
              <a:rPr lang="de-DE" altLang="de-DE" b="1" dirty="0"/>
              <a:t> </a:t>
            </a:r>
            <a:r>
              <a:rPr lang="de-DE" altLang="de-DE" b="1" dirty="0" err="1"/>
              <a:t>the</a:t>
            </a:r>
            <a:r>
              <a:rPr lang="de-DE" altLang="de-DE" b="1" dirty="0"/>
              <a:t> Decay </a:t>
            </a:r>
            <a:r>
              <a:rPr lang="de-DE" altLang="de-DE" b="1" dirty="0" err="1"/>
              <a:t>Pathways</a:t>
            </a:r>
            <a:endParaRPr lang="de-DE" altLang="de-DE" b="1" dirty="0"/>
          </a:p>
        </p:txBody>
      </p:sp>
      <p:grpSp>
        <p:nvGrpSpPr>
          <p:cNvPr id="5" name="Group 4">
            <a:extLst>
              <a:ext uri="{FF2B5EF4-FFF2-40B4-BE49-F238E27FC236}">
                <a16:creationId xmlns:a16="http://schemas.microsoft.com/office/drawing/2014/main" id="{112BD3D4-A388-42B3-B9B6-773F28131A28}"/>
              </a:ext>
            </a:extLst>
          </p:cNvPr>
          <p:cNvGrpSpPr/>
          <p:nvPr/>
        </p:nvGrpSpPr>
        <p:grpSpPr>
          <a:xfrm>
            <a:off x="642163" y="3936734"/>
            <a:ext cx="2880034" cy="1898800"/>
            <a:chOff x="607468" y="3906254"/>
            <a:chExt cx="3382165" cy="2229854"/>
          </a:xfrm>
        </p:grpSpPr>
        <p:pic>
          <p:nvPicPr>
            <p:cNvPr id="6" name="Picture 5">
              <a:extLst>
                <a:ext uri="{FF2B5EF4-FFF2-40B4-BE49-F238E27FC236}">
                  <a16:creationId xmlns:a16="http://schemas.microsoft.com/office/drawing/2014/main" id="{FCCB7440-49F2-4806-962A-7396C474AA98}"/>
                </a:ext>
              </a:extLst>
            </p:cNvPr>
            <p:cNvPicPr>
              <a:picLocks noChangeAspect="1"/>
            </p:cNvPicPr>
            <p:nvPr/>
          </p:nvPicPr>
          <p:blipFill rotWithShape="1">
            <a:blip r:embed="rId3">
              <a:extLst>
                <a:ext uri="{28A0092B-C50C-407E-A947-70E740481C1C}">
                  <a14:useLocalDpi xmlns:a14="http://schemas.microsoft.com/office/drawing/2010/main" val="0"/>
                </a:ext>
              </a:extLst>
            </a:blip>
            <a:srcRect l="50688" t="9574"/>
            <a:stretch/>
          </p:blipFill>
          <p:spPr>
            <a:xfrm>
              <a:off x="607468" y="3906254"/>
              <a:ext cx="3382165" cy="2229854"/>
            </a:xfrm>
            <a:prstGeom prst="rect">
              <a:avLst/>
            </a:prstGeom>
          </p:spPr>
        </p:pic>
        <p:pic>
          <p:nvPicPr>
            <p:cNvPr id="8" name="Picture 7" descr="A diagram of a molecule&#10;&#10;Description automatically generated">
              <a:extLst>
                <a:ext uri="{FF2B5EF4-FFF2-40B4-BE49-F238E27FC236}">
                  <a16:creationId xmlns:a16="http://schemas.microsoft.com/office/drawing/2014/main" id="{EE76A13F-3DCB-445C-87DE-29473DE5685A}"/>
                </a:ext>
              </a:extLst>
            </p:cNvPr>
            <p:cNvPicPr/>
            <p:nvPr/>
          </p:nvPicPr>
          <p:blipFill>
            <a:blip r:embed="rId4" cstate="print">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502131" y="4057283"/>
              <a:ext cx="745547" cy="478720"/>
            </a:xfrm>
            <a:prstGeom prst="rect">
              <a:avLst/>
            </a:prstGeom>
            <a:noFill/>
            <a:ln>
              <a:noFill/>
            </a:ln>
          </p:spPr>
        </p:pic>
      </p:grpSp>
      <p:grpSp>
        <p:nvGrpSpPr>
          <p:cNvPr id="4" name="Group 3">
            <a:extLst>
              <a:ext uri="{FF2B5EF4-FFF2-40B4-BE49-F238E27FC236}">
                <a16:creationId xmlns:a16="http://schemas.microsoft.com/office/drawing/2014/main" id="{AF5B0428-344A-4CCC-92FB-3D224E1919A2}"/>
              </a:ext>
            </a:extLst>
          </p:cNvPr>
          <p:cNvGrpSpPr/>
          <p:nvPr/>
        </p:nvGrpSpPr>
        <p:grpSpPr>
          <a:xfrm>
            <a:off x="579704" y="1704159"/>
            <a:ext cx="2883184" cy="1926120"/>
            <a:chOff x="579704" y="1644316"/>
            <a:chExt cx="3385866" cy="2261938"/>
          </a:xfrm>
        </p:grpSpPr>
        <p:pic>
          <p:nvPicPr>
            <p:cNvPr id="3" name="Picture 2">
              <a:extLst>
                <a:ext uri="{FF2B5EF4-FFF2-40B4-BE49-F238E27FC236}">
                  <a16:creationId xmlns:a16="http://schemas.microsoft.com/office/drawing/2014/main" id="{F7786FE1-6CBF-4142-ACAD-31C356C72927}"/>
                </a:ext>
              </a:extLst>
            </p:cNvPr>
            <p:cNvPicPr>
              <a:picLocks noChangeAspect="1"/>
            </p:cNvPicPr>
            <p:nvPr/>
          </p:nvPicPr>
          <p:blipFill rotWithShape="1">
            <a:blip r:embed="rId3">
              <a:extLst>
                <a:ext uri="{28A0092B-C50C-407E-A947-70E740481C1C}">
                  <a14:useLocalDpi xmlns:a14="http://schemas.microsoft.com/office/drawing/2010/main" val="0"/>
                </a:ext>
              </a:extLst>
            </a:blip>
            <a:srcRect t="8223" r="50608"/>
            <a:stretch/>
          </p:blipFill>
          <p:spPr>
            <a:xfrm>
              <a:off x="579704" y="1644316"/>
              <a:ext cx="3385866" cy="2261938"/>
            </a:xfrm>
            <a:prstGeom prst="rect">
              <a:avLst/>
            </a:prstGeom>
          </p:spPr>
        </p:pic>
        <p:pic>
          <p:nvPicPr>
            <p:cNvPr id="10" name="Picture 9" descr="A diagram of a molecule&#10;&#10;Description automatically generated">
              <a:extLst>
                <a:ext uri="{FF2B5EF4-FFF2-40B4-BE49-F238E27FC236}">
                  <a16:creationId xmlns:a16="http://schemas.microsoft.com/office/drawing/2014/main" id="{97CB839D-8545-4669-A2CE-0B2B4992099E}"/>
                </a:ext>
              </a:extLst>
            </p:cNvPr>
            <p:cNvPicPr/>
            <p:nvPr/>
          </p:nvPicPr>
          <p:blipFill>
            <a:blip r:embed="rId6" cstate="print">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502131" y="1817014"/>
              <a:ext cx="755002" cy="593494"/>
            </a:xfrm>
            <a:prstGeom prst="rect">
              <a:avLst/>
            </a:prstGeom>
            <a:noFill/>
            <a:ln>
              <a:noFill/>
            </a:ln>
          </p:spPr>
        </p:pic>
      </p:grpSp>
      <p:pic>
        <p:nvPicPr>
          <p:cNvPr id="12" name="Picture 11">
            <a:extLst>
              <a:ext uri="{FF2B5EF4-FFF2-40B4-BE49-F238E27FC236}">
                <a16:creationId xmlns:a16="http://schemas.microsoft.com/office/drawing/2014/main" id="{918B30B6-AC79-4404-8B29-9BEBD107B380}"/>
              </a:ext>
            </a:extLst>
          </p:cNvPr>
          <p:cNvPicPr>
            <a:picLocks noChangeAspect="1"/>
          </p:cNvPicPr>
          <p:nvPr/>
        </p:nvPicPr>
        <p:blipFill rotWithShape="1">
          <a:blip r:embed="rId8">
            <a:extLst>
              <a:ext uri="{28A0092B-C50C-407E-A947-70E740481C1C}">
                <a14:useLocalDpi xmlns:a14="http://schemas.microsoft.com/office/drawing/2010/main" val="0"/>
              </a:ext>
            </a:extLst>
          </a:blip>
          <a:srcRect t="22720" r="49986"/>
          <a:stretch/>
        </p:blipFill>
        <p:spPr>
          <a:xfrm>
            <a:off x="3500055" y="1870361"/>
            <a:ext cx="2836799" cy="1652032"/>
          </a:xfrm>
          <a:prstGeom prst="rect">
            <a:avLst/>
          </a:prstGeom>
        </p:spPr>
      </p:pic>
      <p:pic>
        <p:nvPicPr>
          <p:cNvPr id="15" name="Picture 14">
            <a:extLst>
              <a:ext uri="{FF2B5EF4-FFF2-40B4-BE49-F238E27FC236}">
                <a16:creationId xmlns:a16="http://schemas.microsoft.com/office/drawing/2014/main" id="{39837DCA-DBD2-462C-A216-9EE90D8ACFD3}"/>
              </a:ext>
            </a:extLst>
          </p:cNvPr>
          <p:cNvPicPr>
            <a:picLocks noChangeAspect="1"/>
          </p:cNvPicPr>
          <p:nvPr/>
        </p:nvPicPr>
        <p:blipFill rotWithShape="1">
          <a:blip r:embed="rId8">
            <a:extLst>
              <a:ext uri="{28A0092B-C50C-407E-A947-70E740481C1C}">
                <a14:useLocalDpi xmlns:a14="http://schemas.microsoft.com/office/drawing/2010/main" val="0"/>
              </a:ext>
            </a:extLst>
          </a:blip>
          <a:srcRect l="50322" t="22428"/>
          <a:stretch/>
        </p:blipFill>
        <p:spPr>
          <a:xfrm>
            <a:off x="3541619" y="4089858"/>
            <a:ext cx="2796767" cy="1645919"/>
          </a:xfrm>
          <a:prstGeom prst="rect">
            <a:avLst/>
          </a:prstGeom>
        </p:spPr>
      </p:pic>
      <p:sp>
        <p:nvSpPr>
          <p:cNvPr id="13" name="TextBox 12">
            <a:extLst>
              <a:ext uri="{FF2B5EF4-FFF2-40B4-BE49-F238E27FC236}">
                <a16:creationId xmlns:a16="http://schemas.microsoft.com/office/drawing/2014/main" id="{6FE5ADB5-520C-4F2A-B08F-C83514BBA0FA}"/>
              </a:ext>
            </a:extLst>
          </p:cNvPr>
          <p:cNvSpPr txBox="1"/>
          <p:nvPr/>
        </p:nvSpPr>
        <p:spPr>
          <a:xfrm>
            <a:off x="6338387" y="1851217"/>
            <a:ext cx="3088246" cy="3970318"/>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rgbClr val="3B3B3B"/>
                </a:solidFill>
                <a:latin typeface="Segoe WPC"/>
              </a:rPr>
              <a:t>The Goal: Extract kinetic lifetimes to measure the Isotope Effect in H vs. D</a:t>
            </a:r>
          </a:p>
          <a:p>
            <a:pPr marL="285750" indent="-285750">
              <a:buFont typeface="Wingdings" panose="05000000000000000000" pitchFamily="2" charset="2"/>
              <a:buChar char="Ø"/>
            </a:pPr>
            <a:endParaRPr lang="en-US" dirty="0">
              <a:solidFill>
                <a:srgbClr val="3B3B3B"/>
              </a:solidFill>
              <a:latin typeface="Segoe WPC"/>
            </a:endParaRPr>
          </a:p>
          <a:p>
            <a:pPr marL="285750" indent="-285750">
              <a:buFont typeface="Wingdings" panose="05000000000000000000" pitchFamily="2" charset="2"/>
              <a:buChar char="Ø"/>
            </a:pPr>
            <a:r>
              <a:rPr lang="en-US" dirty="0">
                <a:solidFill>
                  <a:srgbClr val="3B3B3B"/>
                </a:solidFill>
                <a:latin typeface="Segoe WPC"/>
              </a:rPr>
              <a:t>The Classical Approach: Global analysis with simple model</a:t>
            </a:r>
          </a:p>
          <a:p>
            <a:pPr marL="285750" indent="-285750">
              <a:buFont typeface="Wingdings" panose="05000000000000000000" pitchFamily="2" charset="2"/>
              <a:buChar char="Ø"/>
            </a:pPr>
            <a:endParaRPr lang="en-US" dirty="0">
              <a:solidFill>
                <a:srgbClr val="3B3B3B"/>
              </a:solidFill>
              <a:latin typeface="Segoe WPC"/>
            </a:endParaRPr>
          </a:p>
          <a:p>
            <a:pPr marL="285750" indent="-285750">
              <a:buFont typeface="Wingdings" panose="05000000000000000000" pitchFamily="2" charset="2"/>
              <a:buChar char="Ø"/>
            </a:pPr>
            <a:r>
              <a:rPr lang="en-US" dirty="0">
                <a:solidFill>
                  <a:srgbClr val="3B3B3B"/>
                </a:solidFill>
                <a:latin typeface="Segoe WPC"/>
              </a:rPr>
              <a:t>Heavier Deuterated molecule appears to relax faster</a:t>
            </a:r>
          </a:p>
          <a:p>
            <a:pPr marL="285750" indent="-285750">
              <a:buFont typeface="Wingdings" panose="05000000000000000000" pitchFamily="2" charset="2"/>
              <a:buChar char="Ø"/>
            </a:pPr>
            <a:endParaRPr lang="en-US" dirty="0">
              <a:solidFill>
                <a:srgbClr val="3B3B3B"/>
              </a:solidFill>
              <a:latin typeface="Segoe WPC"/>
            </a:endParaRPr>
          </a:p>
          <a:p>
            <a:pPr marL="285750" indent="-285750">
              <a:buFont typeface="Wingdings" panose="05000000000000000000" pitchFamily="2" charset="2"/>
              <a:buChar char="Ø"/>
            </a:pPr>
            <a:r>
              <a:rPr lang="en-US" dirty="0">
                <a:solidFill>
                  <a:srgbClr val="3B3B3B"/>
                </a:solidFill>
                <a:latin typeface="Segoe WPC"/>
              </a:rPr>
              <a:t>Data-driven way to "see" the decay?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el 2">
            <a:extLst>
              <a:ext uri="{FF2B5EF4-FFF2-40B4-BE49-F238E27FC236}">
                <a16:creationId xmlns:a16="http://schemas.microsoft.com/office/drawing/2014/main" id="{A8E45CE6-3561-4F8F-97F1-3178072B1C06}"/>
              </a:ext>
            </a:extLst>
          </p:cNvPr>
          <p:cNvSpPr>
            <a:spLocks noGrp="1"/>
          </p:cNvSpPr>
          <p:nvPr>
            <p:ph type="title"/>
          </p:nvPr>
        </p:nvSpPr>
        <p:spPr>
          <a:xfrm>
            <a:off x="495300" y="188913"/>
            <a:ext cx="9059863" cy="1143000"/>
          </a:xfrm>
        </p:spPr>
        <p:txBody>
          <a:bodyPr/>
          <a:lstStyle/>
          <a:p>
            <a:r>
              <a:rPr lang="en-US" b="1" dirty="0"/>
              <a:t>Understanding Pathways via Deep Learning</a:t>
            </a:r>
            <a:endParaRPr lang="de-DE" altLang="de-DE" b="1" dirty="0"/>
          </a:p>
        </p:txBody>
      </p:sp>
      <p:pic>
        <p:nvPicPr>
          <p:cNvPr id="3" name="Picture 2">
            <a:extLst>
              <a:ext uri="{FF2B5EF4-FFF2-40B4-BE49-F238E27FC236}">
                <a16:creationId xmlns:a16="http://schemas.microsoft.com/office/drawing/2014/main" id="{BB124038-021A-407A-A3ED-3C6E9F39E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0898" y="3267901"/>
            <a:ext cx="2590497" cy="1295249"/>
          </a:xfrm>
          <a:prstGeom prst="rect">
            <a:avLst/>
          </a:prstGeom>
        </p:spPr>
      </p:pic>
      <p:pic>
        <p:nvPicPr>
          <p:cNvPr id="5" name="Picture 4">
            <a:extLst>
              <a:ext uri="{FF2B5EF4-FFF2-40B4-BE49-F238E27FC236}">
                <a16:creationId xmlns:a16="http://schemas.microsoft.com/office/drawing/2014/main" id="{5101967E-284B-49FD-8D03-600D3709E2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3431" y="1549171"/>
            <a:ext cx="1794933" cy="1794933"/>
          </a:xfrm>
          <a:prstGeom prst="rect">
            <a:avLst/>
          </a:prstGeom>
        </p:spPr>
      </p:pic>
      <p:pic>
        <p:nvPicPr>
          <p:cNvPr id="7" name="Picture 6">
            <a:extLst>
              <a:ext uri="{FF2B5EF4-FFF2-40B4-BE49-F238E27FC236}">
                <a16:creationId xmlns:a16="http://schemas.microsoft.com/office/drawing/2014/main" id="{53EEECDD-14D3-4957-B45D-3FCF16454D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94308" y="4584278"/>
            <a:ext cx="2557087" cy="1278544"/>
          </a:xfrm>
          <a:prstGeom prst="rect">
            <a:avLst/>
          </a:prstGeom>
        </p:spPr>
      </p:pic>
      <p:pic>
        <p:nvPicPr>
          <p:cNvPr id="9" name="Picture 8">
            <a:extLst>
              <a:ext uri="{FF2B5EF4-FFF2-40B4-BE49-F238E27FC236}">
                <a16:creationId xmlns:a16="http://schemas.microsoft.com/office/drawing/2014/main" id="{6E3DCE51-889D-40D1-BB05-7886291EB7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98362" y="1573971"/>
            <a:ext cx="1770133" cy="1770133"/>
          </a:xfrm>
          <a:prstGeom prst="rect">
            <a:avLst/>
          </a:prstGeom>
        </p:spPr>
      </p:pic>
      <p:sp>
        <p:nvSpPr>
          <p:cNvPr id="11" name="Rectangle 10">
            <a:extLst>
              <a:ext uri="{FF2B5EF4-FFF2-40B4-BE49-F238E27FC236}">
                <a16:creationId xmlns:a16="http://schemas.microsoft.com/office/drawing/2014/main" id="{6C26DAE4-171C-4E00-AB29-D49F53EAC33E}"/>
              </a:ext>
            </a:extLst>
          </p:cNvPr>
          <p:cNvSpPr/>
          <p:nvPr/>
        </p:nvSpPr>
        <p:spPr>
          <a:xfrm>
            <a:off x="565194" y="1581599"/>
            <a:ext cx="5626101" cy="4524315"/>
          </a:xfrm>
          <a:prstGeom prst="rect">
            <a:avLst/>
          </a:prstGeom>
        </p:spPr>
        <p:txBody>
          <a:bodyPr wrap="square">
            <a:spAutoFit/>
          </a:bodyPr>
          <a:lstStyle/>
          <a:p>
            <a:pPr marL="285750" indent="-285750">
              <a:buFont typeface="Wingdings" panose="05000000000000000000" pitchFamily="2" charset="2"/>
              <a:buChar char="Ø"/>
            </a:pPr>
            <a:r>
              <a:rPr lang="en-US" dirty="0">
                <a:solidFill>
                  <a:srgbClr val="3B3B3B"/>
                </a:solidFill>
                <a:latin typeface="Segoe WPC"/>
              </a:rPr>
              <a:t>Open-source "</a:t>
            </a:r>
            <a:r>
              <a:rPr lang="en-US" dirty="0" err="1">
                <a:solidFill>
                  <a:srgbClr val="3B3B3B"/>
                </a:solidFill>
                <a:latin typeface="Segoe WPC"/>
              </a:rPr>
              <a:t>DeepSKAN</a:t>
            </a:r>
            <a:r>
              <a:rPr lang="en-US" dirty="0">
                <a:solidFill>
                  <a:srgbClr val="3B3B3B"/>
                </a:solidFill>
                <a:latin typeface="Segoe WPC"/>
              </a:rPr>
              <a:t>" code (</a:t>
            </a:r>
            <a:r>
              <a:rPr lang="en-US" dirty="0" err="1">
                <a:solidFill>
                  <a:srgbClr val="3B3B3B"/>
                </a:solidFill>
                <a:latin typeface="Segoe WPC"/>
              </a:rPr>
              <a:t>Kollenz</a:t>
            </a:r>
            <a:r>
              <a:rPr lang="en-US" dirty="0">
                <a:solidFill>
                  <a:srgbClr val="3B3B3B"/>
                </a:solidFill>
                <a:latin typeface="Segoe WPC"/>
              </a:rPr>
              <a:t>, 2020) as a potential solution to our bias problem.</a:t>
            </a:r>
            <a:br>
              <a:rPr lang="en-US" dirty="0">
                <a:solidFill>
                  <a:srgbClr val="3B3B3B"/>
                </a:solidFill>
                <a:latin typeface="Segoe WPC"/>
              </a:rPr>
            </a:br>
            <a:endParaRPr lang="en-US" dirty="0">
              <a:solidFill>
                <a:srgbClr val="3B3B3B"/>
              </a:solidFill>
              <a:latin typeface="Segoe WPC"/>
            </a:endParaRPr>
          </a:p>
          <a:p>
            <a:pPr marL="285750" indent="-285750">
              <a:buFont typeface="Wingdings" panose="05000000000000000000" pitchFamily="2" charset="2"/>
              <a:buChar char="Ø"/>
            </a:pPr>
            <a:r>
              <a:rPr lang="en-US" dirty="0">
                <a:solidFill>
                  <a:srgbClr val="3B3B3B"/>
                </a:solidFill>
                <a:latin typeface="Segoe WPC"/>
              </a:rPr>
              <a:t>The Challenge: The original code struggled with our specific experimental conditions</a:t>
            </a:r>
            <a:br>
              <a:rPr lang="en-US" dirty="0">
                <a:solidFill>
                  <a:srgbClr val="3B3B3B"/>
                </a:solidFill>
                <a:latin typeface="Segoe WPC"/>
              </a:rPr>
            </a:br>
            <a:endParaRPr lang="en-US" dirty="0">
              <a:solidFill>
                <a:srgbClr val="3B3B3B"/>
              </a:solidFill>
              <a:latin typeface="Segoe WPC"/>
            </a:endParaRPr>
          </a:p>
          <a:p>
            <a:pPr marL="285750" indent="-285750">
              <a:buFont typeface="Wingdings" panose="05000000000000000000" pitchFamily="2" charset="2"/>
              <a:buChar char="Ø"/>
            </a:pPr>
            <a:r>
              <a:rPr lang="en-US" dirty="0">
                <a:solidFill>
                  <a:srgbClr val="3B3B3B"/>
                </a:solidFill>
                <a:latin typeface="Segoe WPC"/>
              </a:rPr>
              <a:t>The AI-Assisted Upgrade: modernize the architecture into a custom </a:t>
            </a:r>
            <a:r>
              <a:rPr lang="en-US" dirty="0" err="1">
                <a:solidFill>
                  <a:srgbClr val="3B3B3B"/>
                </a:solidFill>
                <a:latin typeface="Segoe WPC"/>
              </a:rPr>
              <a:t>PyTorch</a:t>
            </a:r>
            <a:r>
              <a:rPr lang="en-US" dirty="0">
                <a:solidFill>
                  <a:srgbClr val="3B3B3B"/>
                </a:solidFill>
                <a:latin typeface="Segoe WPC"/>
              </a:rPr>
              <a:t> model.</a:t>
            </a:r>
            <a:br>
              <a:rPr lang="en-US" dirty="0">
                <a:solidFill>
                  <a:srgbClr val="3B3B3B"/>
                </a:solidFill>
                <a:latin typeface="Segoe WPC"/>
              </a:rPr>
            </a:br>
            <a:endParaRPr lang="en-US" dirty="0">
              <a:solidFill>
                <a:srgbClr val="3B3B3B"/>
              </a:solidFill>
              <a:latin typeface="Segoe WPC"/>
            </a:endParaRPr>
          </a:p>
          <a:p>
            <a:pPr marL="285750" indent="-285750">
              <a:buFont typeface="Wingdings" panose="05000000000000000000" pitchFamily="2" charset="2"/>
              <a:buChar char="Ø"/>
            </a:pPr>
            <a:r>
              <a:rPr lang="en-US" dirty="0">
                <a:solidFill>
                  <a:srgbClr val="3B3B3B"/>
                </a:solidFill>
                <a:latin typeface="Segoe WPC"/>
              </a:rPr>
              <a:t>Added "Adaptive Pooling" so the network can automatically accept 2D heatmaps of any size or resolution.</a:t>
            </a:r>
            <a:br>
              <a:rPr lang="en-US" dirty="0">
                <a:solidFill>
                  <a:srgbClr val="3B3B3B"/>
                </a:solidFill>
                <a:latin typeface="Segoe WPC"/>
              </a:rPr>
            </a:br>
            <a:endParaRPr lang="en-US" dirty="0">
              <a:solidFill>
                <a:srgbClr val="3B3B3B"/>
              </a:solidFill>
              <a:latin typeface="Segoe WPC"/>
            </a:endParaRPr>
          </a:p>
          <a:p>
            <a:pPr marL="285750" indent="-285750">
              <a:buFont typeface="Wingdings" panose="05000000000000000000" pitchFamily="2" charset="2"/>
              <a:buChar char="Ø"/>
            </a:pPr>
            <a:r>
              <a:rPr lang="en-US" dirty="0">
                <a:solidFill>
                  <a:srgbClr val="3B3B3B"/>
                </a:solidFill>
                <a:latin typeface="Segoe WPC"/>
              </a:rPr>
              <a:t>Added "Batch Normalization" and "Dropout" layers to stop the model from getting confused by real-world experimental noise.</a:t>
            </a:r>
            <a:endParaRPr lang="en-US" dirty="0"/>
          </a:p>
        </p:txBody>
      </p:sp>
      <p:sp>
        <p:nvSpPr>
          <p:cNvPr id="14" name="Rectangle 13">
            <a:extLst>
              <a:ext uri="{FF2B5EF4-FFF2-40B4-BE49-F238E27FC236}">
                <a16:creationId xmlns:a16="http://schemas.microsoft.com/office/drawing/2014/main" id="{0C3B3323-3496-4C09-94ED-37D959C17276}"/>
              </a:ext>
            </a:extLst>
          </p:cNvPr>
          <p:cNvSpPr/>
          <p:nvPr/>
        </p:nvSpPr>
        <p:spPr>
          <a:xfrm>
            <a:off x="5880591" y="5967414"/>
            <a:ext cx="3674572" cy="261610"/>
          </a:xfrm>
          <a:prstGeom prst="rect">
            <a:avLst/>
          </a:prstGeom>
        </p:spPr>
        <p:txBody>
          <a:bodyPr wrap="square">
            <a:spAutoFit/>
          </a:bodyPr>
          <a:lstStyle/>
          <a:p>
            <a:r>
              <a:rPr lang="en-US" sz="1100" dirty="0">
                <a:solidFill>
                  <a:srgbClr val="3B3B3B"/>
                </a:solidFill>
                <a:latin typeface="Segoe WPC"/>
              </a:rPr>
              <a:t>https://pubs.acs.org/doi/10.1021/acs.jpcb.0c04299</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silw4xum1kedTK07vxQ2t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fGZ1Y709fUKNM08yyyD7K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IVk1LDx4EGEu5ez1g8o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silw4xum1kedTK07vxQ2t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fGZ1Y709fUKNM08yyyD7K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IVk1LDx4EGEu5ez1g8ox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AB Vorlesung ohne Rahme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424</Words>
  <Application>Microsoft Office PowerPoint</Application>
  <PresentationFormat>A4 Paper (210x297 mm)</PresentationFormat>
  <Paragraphs>24</Paragraphs>
  <Slides>4</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1" baseType="lpstr">
      <vt:lpstr>Arial</vt:lpstr>
      <vt:lpstr>Calibri</vt:lpstr>
      <vt:lpstr>Calibri Light</vt:lpstr>
      <vt:lpstr>Segoe WPC</vt:lpstr>
      <vt:lpstr>Wingdings</vt:lpstr>
      <vt:lpstr>H-AB Vorlesung ohne Rahmen</vt:lpstr>
      <vt:lpstr>TCLayout.ActiveDocument.1</vt:lpstr>
      <vt:lpstr>PowerPoint Presentation</vt:lpstr>
      <vt:lpstr>Challenges in Interpreting Ultrafast Spectroscopy Data: A Case for Machine Learning in Materials Research</vt:lpstr>
      <vt:lpstr> Selecting the Decay Pathways</vt:lpstr>
      <vt:lpstr>Understanding Pathways via Deep Learning</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0</dc:title>
  <dc:creator/>
  <dc:description>A4 Blank templ v1.pot</dc:description>
  <cp:lastModifiedBy/>
  <cp:revision>1</cp:revision>
  <dcterms:created xsi:type="dcterms:W3CDTF">2011-05-18T07:23:22Z</dcterms:created>
  <dcterms:modified xsi:type="dcterms:W3CDTF">2026-06-07T18:38:25Z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20041127</vt:lpwstr>
  </property>
  <property fmtid="{D5CDD505-2E9C-101B-9397-08002B2CF9AE}" pid="3" name="Reference">
    <vt:lpwstr>BCGTemplateNew</vt:lpwstr>
  </property>
  <property fmtid="{D5CDD505-2E9C-101B-9397-08002B2CF9AE}" pid="4" name="BCG 2007 Template">
    <vt:bool>true</vt:bool>
  </property>
  <property fmtid="{D5CDD505-2E9C-101B-9397-08002B2CF9AE}" pid="5" name="BCG Format Name">
    <vt:lpwstr>BCG Format</vt:lpwstr>
  </property>
  <property fmtid="{D5CDD505-2E9C-101B-9397-08002B2CF9AE}" pid="6" name="BCG Template Name">
    <vt:lpwstr>A4</vt:lpwstr>
  </property>
</Properties>
</file>